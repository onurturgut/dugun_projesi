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70" r:id="rId3"/>
    <p:sldId id="271" r:id="rId4"/>
    <p:sldId id="272" r:id="rId5"/>
    <p:sldId id="273" r:id="rId6"/>
    <p:sldId id="257" r:id="rId7"/>
    <p:sldId id="258" r:id="rId8"/>
    <p:sldId id="259" r:id="rId9"/>
    <p:sldId id="260" r:id="rId10"/>
    <p:sldId id="266" r:id="rId11"/>
    <p:sldId id="267" r:id="rId12"/>
    <p:sldId id="268" r:id="rId13"/>
    <p:sldId id="269" r:id="rId14"/>
    <p:sldId id="261" r:id="rId15"/>
    <p:sldId id="262" r:id="rId16"/>
    <p:sldId id="263" r:id="rId17"/>
    <p:sldId id="264" r:id="rId18"/>
    <p:sldId id="265" r:id="rId19"/>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C7EBD3-664E-41E8-B946-8EFAACF3E03B}" type="datetimeFigureOut">
              <a:rPr lang="tr-TR" smtClean="0"/>
              <a:t>24.09.2026</a:t>
            </a:fld>
            <a:endParaRPr lang="tr-TR"/>
          </a:p>
        </p:txBody>
      </p:sp>
      <p:sp>
        <p:nvSpPr>
          <p:cNvPr id="4" name="Slayt Resmi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AA76AD-3F74-47D3-BFA4-7AC0BA998EE8}" type="slidenum">
              <a:rPr lang="tr-TR" smtClean="0"/>
              <a:t>‹#›</a:t>
            </a:fld>
            <a:endParaRPr lang="tr-TR"/>
          </a:p>
        </p:txBody>
      </p:sp>
    </p:spTree>
    <p:extLst>
      <p:ext uri="{BB962C8B-B14F-4D97-AF65-F5344CB8AC3E}">
        <p14:creationId xmlns:p14="http://schemas.microsoft.com/office/powerpoint/2010/main" val="25252723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a:t>Kurucu QR baskısının çıkarıldığını bildirdi. Gösterilenler baskı tasarımlarıdır; basılmış kartların saha fotoğrafı değildir. Gerçek baskıyı görüşmeye götürüp fiziksel örnek olarak gösterebilirsiniz. Katılım, yükleme adedi veya memnuniyet sonucu henüz sunulmadı. Görseldeki QR hedefi bu çalışma kapsamında doğrulanmadı.</a:t>
            </a:r>
          </a:p>
        </p:txBody>
      </p:sp>
      <p:sp>
        <p:nvSpPr>
          <p:cNvPr id="4" name="Slayt Numarası Yer Tutucusu 3"/>
          <p:cNvSpPr>
            <a:spLocks noGrp="1"/>
          </p:cNvSpPr>
          <p:nvPr>
            <p:ph type="sldNum" sz="quarter" idx="5"/>
          </p:nvPr>
        </p:nvSpPr>
        <p:spPr/>
        <p:txBody>
          <a:bodyPr/>
          <a:lstStyle/>
          <a:p>
            <a:fld id="{C9AA76AD-3F74-47D3-BFA4-7AC0BA998EE8}" type="slidenum">
              <a:rPr lang="tr-TR" smtClean="0"/>
              <a:t>7</a:t>
            </a:fld>
            <a:endParaRPr lang="tr-TR"/>
          </a:p>
        </p:txBody>
      </p:sp>
    </p:spTree>
    <p:extLst>
      <p:ext uri="{BB962C8B-B14F-4D97-AF65-F5344CB8AC3E}">
        <p14:creationId xmlns:p14="http://schemas.microsoft.com/office/powerpoint/2010/main" val="30720952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a:t>Bu görüntüler yerel uygulamada platform yöneticisi oturumundan alındı. Partner hesabı ekranı olarak sunulmamalıdır. Görünen mevcut yüklemeler, organizasyon sonrası katılım veya başarı sonucu değildir. Fotoğraf filtresi ile eşleşen içerik sayısı 10 olarak gözlendi. İndirme ve yükleme işlemleri bu incelemede çalıştırılmadı.</a:t>
            </a:r>
          </a:p>
        </p:txBody>
      </p:sp>
      <p:sp>
        <p:nvSpPr>
          <p:cNvPr id="4" name="Slayt Numarası Yer Tutucusu 3"/>
          <p:cNvSpPr>
            <a:spLocks noGrp="1"/>
          </p:cNvSpPr>
          <p:nvPr>
            <p:ph type="sldNum" sz="quarter" idx="5"/>
          </p:nvPr>
        </p:nvSpPr>
        <p:spPr/>
        <p:txBody>
          <a:bodyPr/>
          <a:lstStyle/>
          <a:p>
            <a:fld id="{C9AA76AD-3F74-47D3-BFA4-7AC0BA998EE8}" type="slidenum">
              <a:rPr lang="tr-TR" smtClean="0"/>
              <a:t>12</a:t>
            </a:fld>
            <a:endParaRPr lang="tr-TR"/>
          </a:p>
        </p:txBody>
      </p:sp>
    </p:spTree>
    <p:extLst>
      <p:ext uri="{BB962C8B-B14F-4D97-AF65-F5344CB8AC3E}">
        <p14:creationId xmlns:p14="http://schemas.microsoft.com/office/powerpoint/2010/main" val="10585103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a:t>Ekrandaki QR yerel uygulamanın APP_URL ayarı nedeniyle localhost adresini taşır. Basılmış kartın QR hedefinin aynı olduğu iddia edilmez. Canlı ürün demosu ve basılı QR hedefi ayrıca doğrulanmalıdır.</a:t>
            </a:r>
          </a:p>
        </p:txBody>
      </p:sp>
      <p:sp>
        <p:nvSpPr>
          <p:cNvPr id="4" name="Slayt Numarası Yer Tutucusu 3"/>
          <p:cNvSpPr>
            <a:spLocks noGrp="1"/>
          </p:cNvSpPr>
          <p:nvPr>
            <p:ph type="sldNum" sz="quarter" idx="5"/>
          </p:nvPr>
        </p:nvSpPr>
        <p:spPr/>
        <p:txBody>
          <a:bodyPr/>
          <a:lstStyle/>
          <a:p>
            <a:fld id="{C9AA76AD-3F74-47D3-BFA4-7AC0BA998EE8}" type="slidenum">
              <a:rPr lang="tr-TR" smtClean="0"/>
              <a:t>13</a:t>
            </a:fld>
            <a:endParaRPr lang="tr-TR"/>
          </a:p>
        </p:txBody>
      </p:sp>
    </p:spTree>
    <p:extLst>
      <p:ext uri="{BB962C8B-B14F-4D97-AF65-F5344CB8AC3E}">
        <p14:creationId xmlns:p14="http://schemas.microsoft.com/office/powerpoint/2010/main" val="18477336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E7EA57A-ACAE-7FF8-4566-09473BF2D0F2}"/>
              </a:ext>
            </a:extLst>
          </p:cNvPr>
          <p:cNvSpPr>
            <a:spLocks noGrp="1"/>
          </p:cNvSpPr>
          <p:nvPr>
            <p:ph type="ctrTitle"/>
          </p:nvPr>
        </p:nvSpPr>
        <p:spPr>
          <a:xfrm>
            <a:off x="1524000" y="1122363"/>
            <a:ext cx="9144000" cy="2387600"/>
          </a:xfrm>
        </p:spPr>
        <p:txBody>
          <a:bodyPr anchor="b"/>
          <a:lstStyle>
            <a:lvl1pPr algn="ctr">
              <a:defRPr sz="6000"/>
            </a:lvl1pPr>
          </a:lstStyle>
          <a:p>
            <a:r>
              <a:rPr lang="tr-TR"/>
              <a:t>Asıl başlık stilini düzenlemek için tıklayın</a:t>
            </a:r>
          </a:p>
        </p:txBody>
      </p:sp>
      <p:sp>
        <p:nvSpPr>
          <p:cNvPr id="3" name="Alt Başlık 2">
            <a:extLst>
              <a:ext uri="{FF2B5EF4-FFF2-40B4-BE49-F238E27FC236}">
                <a16:creationId xmlns:a16="http://schemas.microsoft.com/office/drawing/2014/main" id="{3729D9C6-BC00-733A-6C0A-E81FDF11C38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p>
        </p:txBody>
      </p:sp>
      <p:sp>
        <p:nvSpPr>
          <p:cNvPr id="4" name="Veri Yer Tutucusu 3">
            <a:extLst>
              <a:ext uri="{FF2B5EF4-FFF2-40B4-BE49-F238E27FC236}">
                <a16:creationId xmlns:a16="http://schemas.microsoft.com/office/drawing/2014/main" id="{2BB55394-BF22-31B7-9F28-89C3260C9DC3}"/>
              </a:ext>
            </a:extLst>
          </p:cNvPr>
          <p:cNvSpPr>
            <a:spLocks noGrp="1"/>
          </p:cNvSpPr>
          <p:nvPr>
            <p:ph type="dt" sz="half" idx="10"/>
          </p:nvPr>
        </p:nvSpPr>
        <p:spPr/>
        <p:txBody>
          <a:bodyPr/>
          <a:lstStyle/>
          <a:p>
            <a:fld id="{E1D44AD6-DCD6-4801-A4AE-47CBA10F2FB6}" type="datetimeFigureOut">
              <a:rPr lang="tr-TR" smtClean="0"/>
              <a:t>24.09.2026</a:t>
            </a:fld>
            <a:endParaRPr lang="tr-TR"/>
          </a:p>
        </p:txBody>
      </p:sp>
      <p:sp>
        <p:nvSpPr>
          <p:cNvPr id="5" name="Alt Bilgi Yer Tutucusu 4">
            <a:extLst>
              <a:ext uri="{FF2B5EF4-FFF2-40B4-BE49-F238E27FC236}">
                <a16:creationId xmlns:a16="http://schemas.microsoft.com/office/drawing/2014/main" id="{AE175A78-FF06-55E4-8F56-6A0E4FE9BFCF}"/>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92FF884F-5CA4-DDED-0426-A8165F85A85D}"/>
              </a:ext>
            </a:extLst>
          </p:cNvPr>
          <p:cNvSpPr>
            <a:spLocks noGrp="1"/>
          </p:cNvSpPr>
          <p:nvPr>
            <p:ph type="sldNum" sz="quarter" idx="12"/>
          </p:nvPr>
        </p:nvSpPr>
        <p:spPr/>
        <p:txBody>
          <a:bodyPr/>
          <a:lstStyle/>
          <a:p>
            <a:fld id="{58A88352-CC71-4EEA-9146-AE05ECB4687F}" type="slidenum">
              <a:rPr lang="tr-TR" smtClean="0"/>
              <a:t>‹#›</a:t>
            </a:fld>
            <a:endParaRPr lang="tr-TR"/>
          </a:p>
        </p:txBody>
      </p:sp>
    </p:spTree>
    <p:extLst>
      <p:ext uri="{BB962C8B-B14F-4D97-AF65-F5344CB8AC3E}">
        <p14:creationId xmlns:p14="http://schemas.microsoft.com/office/powerpoint/2010/main" val="19521301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7A686C5-199A-B222-941C-7EB87EA5EE35}"/>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76D7F51C-EC2B-8B17-BF9E-78919C05E8BB}"/>
              </a:ext>
            </a:extLst>
          </p:cNvPr>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7F700B92-0A76-3D6C-F1B0-1A0D2FFD6201}"/>
              </a:ext>
            </a:extLst>
          </p:cNvPr>
          <p:cNvSpPr>
            <a:spLocks noGrp="1"/>
          </p:cNvSpPr>
          <p:nvPr>
            <p:ph type="dt" sz="half" idx="10"/>
          </p:nvPr>
        </p:nvSpPr>
        <p:spPr/>
        <p:txBody>
          <a:bodyPr/>
          <a:lstStyle/>
          <a:p>
            <a:fld id="{E1D44AD6-DCD6-4801-A4AE-47CBA10F2FB6}" type="datetimeFigureOut">
              <a:rPr lang="tr-TR" smtClean="0"/>
              <a:t>24.09.2026</a:t>
            </a:fld>
            <a:endParaRPr lang="tr-TR"/>
          </a:p>
        </p:txBody>
      </p:sp>
      <p:sp>
        <p:nvSpPr>
          <p:cNvPr id="5" name="Alt Bilgi Yer Tutucusu 4">
            <a:extLst>
              <a:ext uri="{FF2B5EF4-FFF2-40B4-BE49-F238E27FC236}">
                <a16:creationId xmlns:a16="http://schemas.microsoft.com/office/drawing/2014/main" id="{82A65980-D254-A2A5-A98D-8CAD761F5ACC}"/>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D68B7624-8359-4922-10F9-01CD7FA0BA44}"/>
              </a:ext>
            </a:extLst>
          </p:cNvPr>
          <p:cNvSpPr>
            <a:spLocks noGrp="1"/>
          </p:cNvSpPr>
          <p:nvPr>
            <p:ph type="sldNum" sz="quarter" idx="12"/>
          </p:nvPr>
        </p:nvSpPr>
        <p:spPr/>
        <p:txBody>
          <a:bodyPr/>
          <a:lstStyle/>
          <a:p>
            <a:fld id="{58A88352-CC71-4EEA-9146-AE05ECB4687F}" type="slidenum">
              <a:rPr lang="tr-TR" smtClean="0"/>
              <a:t>‹#›</a:t>
            </a:fld>
            <a:endParaRPr lang="tr-TR"/>
          </a:p>
        </p:txBody>
      </p:sp>
    </p:spTree>
    <p:extLst>
      <p:ext uri="{BB962C8B-B14F-4D97-AF65-F5344CB8AC3E}">
        <p14:creationId xmlns:p14="http://schemas.microsoft.com/office/powerpoint/2010/main" val="33107497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5905ABC-1265-8D7E-28C0-7BB3737EE858}"/>
              </a:ext>
            </a:extLst>
          </p:cNvPr>
          <p:cNvSpPr>
            <a:spLocks noGrp="1"/>
          </p:cNvSpPr>
          <p:nvPr>
            <p:ph type="title"/>
          </p:nvPr>
        </p:nvSpPr>
        <p:spPr>
          <a:xfrm>
            <a:off x="831850" y="1709738"/>
            <a:ext cx="10515600" cy="2852737"/>
          </a:xfrm>
        </p:spPr>
        <p:txBody>
          <a:bodyPr anchor="b"/>
          <a:lstStyle>
            <a:lvl1pPr>
              <a:defRPr sz="6000"/>
            </a:lvl1pPr>
          </a:lstStyle>
          <a:p>
            <a:r>
              <a:rPr lang="tr-TR"/>
              <a:t>Asıl başlık stilini düzenlemek için tıklayın</a:t>
            </a:r>
          </a:p>
        </p:txBody>
      </p:sp>
      <p:sp>
        <p:nvSpPr>
          <p:cNvPr id="3" name="Metin Yer Tutucusu 2">
            <a:extLst>
              <a:ext uri="{FF2B5EF4-FFF2-40B4-BE49-F238E27FC236}">
                <a16:creationId xmlns:a16="http://schemas.microsoft.com/office/drawing/2014/main" id="{7C0DCE47-BC15-56F6-BA21-84C23389A98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tr-TR"/>
              <a:t>Asıl metin stillerini düzenlemek için tıklayın</a:t>
            </a:r>
          </a:p>
        </p:txBody>
      </p:sp>
      <p:sp>
        <p:nvSpPr>
          <p:cNvPr id="4" name="Veri Yer Tutucusu 3">
            <a:extLst>
              <a:ext uri="{FF2B5EF4-FFF2-40B4-BE49-F238E27FC236}">
                <a16:creationId xmlns:a16="http://schemas.microsoft.com/office/drawing/2014/main" id="{8A506BFF-1ACF-02E0-3C5F-95B608988A73}"/>
              </a:ext>
            </a:extLst>
          </p:cNvPr>
          <p:cNvSpPr>
            <a:spLocks noGrp="1"/>
          </p:cNvSpPr>
          <p:nvPr>
            <p:ph type="dt" sz="half" idx="10"/>
          </p:nvPr>
        </p:nvSpPr>
        <p:spPr/>
        <p:txBody>
          <a:bodyPr/>
          <a:lstStyle/>
          <a:p>
            <a:fld id="{E1D44AD6-DCD6-4801-A4AE-47CBA10F2FB6}" type="datetimeFigureOut">
              <a:rPr lang="tr-TR" smtClean="0"/>
              <a:t>24.09.2026</a:t>
            </a:fld>
            <a:endParaRPr lang="tr-TR"/>
          </a:p>
        </p:txBody>
      </p:sp>
      <p:sp>
        <p:nvSpPr>
          <p:cNvPr id="5" name="Alt Bilgi Yer Tutucusu 4">
            <a:extLst>
              <a:ext uri="{FF2B5EF4-FFF2-40B4-BE49-F238E27FC236}">
                <a16:creationId xmlns:a16="http://schemas.microsoft.com/office/drawing/2014/main" id="{2A8131A1-9CDF-B129-E147-5C5281B97EF7}"/>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2F5FBBA9-12BD-72BE-FC83-27925F29F4F0}"/>
              </a:ext>
            </a:extLst>
          </p:cNvPr>
          <p:cNvSpPr>
            <a:spLocks noGrp="1"/>
          </p:cNvSpPr>
          <p:nvPr>
            <p:ph type="sldNum" sz="quarter" idx="12"/>
          </p:nvPr>
        </p:nvSpPr>
        <p:spPr/>
        <p:txBody>
          <a:bodyPr/>
          <a:lstStyle/>
          <a:p>
            <a:fld id="{58A88352-CC71-4EEA-9146-AE05ECB4687F}" type="slidenum">
              <a:rPr lang="tr-TR" smtClean="0"/>
              <a:t>‹#›</a:t>
            </a:fld>
            <a:endParaRPr lang="tr-TR"/>
          </a:p>
        </p:txBody>
      </p:sp>
    </p:spTree>
    <p:extLst>
      <p:ext uri="{BB962C8B-B14F-4D97-AF65-F5344CB8AC3E}">
        <p14:creationId xmlns:p14="http://schemas.microsoft.com/office/powerpoint/2010/main" val="6345476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4FF082E-B3DB-9E63-2602-D6698FD0C43E}"/>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89D6CF2F-F252-A757-9899-B2FE8423117E}"/>
              </a:ext>
            </a:extLst>
          </p:cNvPr>
          <p:cNvSpPr>
            <a:spLocks noGrp="1"/>
          </p:cNvSpPr>
          <p:nvPr>
            <p:ph sz="half" idx="1"/>
          </p:nvPr>
        </p:nvSpPr>
        <p:spPr>
          <a:xfrm>
            <a:off x="838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a:extLst>
              <a:ext uri="{FF2B5EF4-FFF2-40B4-BE49-F238E27FC236}">
                <a16:creationId xmlns:a16="http://schemas.microsoft.com/office/drawing/2014/main" id="{909469C4-286E-0E6B-3C8C-8C07E88DCCA2}"/>
              </a:ext>
            </a:extLst>
          </p:cNvPr>
          <p:cNvSpPr>
            <a:spLocks noGrp="1"/>
          </p:cNvSpPr>
          <p:nvPr>
            <p:ph sz="half" idx="2"/>
          </p:nvPr>
        </p:nvSpPr>
        <p:spPr>
          <a:xfrm>
            <a:off x="6172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a:extLst>
              <a:ext uri="{FF2B5EF4-FFF2-40B4-BE49-F238E27FC236}">
                <a16:creationId xmlns:a16="http://schemas.microsoft.com/office/drawing/2014/main" id="{051D158D-CA2F-8A89-8E26-41025FDDB92F}"/>
              </a:ext>
            </a:extLst>
          </p:cNvPr>
          <p:cNvSpPr>
            <a:spLocks noGrp="1"/>
          </p:cNvSpPr>
          <p:nvPr>
            <p:ph type="dt" sz="half" idx="10"/>
          </p:nvPr>
        </p:nvSpPr>
        <p:spPr/>
        <p:txBody>
          <a:bodyPr/>
          <a:lstStyle/>
          <a:p>
            <a:fld id="{E1D44AD6-DCD6-4801-A4AE-47CBA10F2FB6}" type="datetimeFigureOut">
              <a:rPr lang="tr-TR" smtClean="0"/>
              <a:t>24.09.2026</a:t>
            </a:fld>
            <a:endParaRPr lang="tr-TR"/>
          </a:p>
        </p:txBody>
      </p:sp>
      <p:sp>
        <p:nvSpPr>
          <p:cNvPr id="6" name="Alt Bilgi Yer Tutucusu 5">
            <a:extLst>
              <a:ext uri="{FF2B5EF4-FFF2-40B4-BE49-F238E27FC236}">
                <a16:creationId xmlns:a16="http://schemas.microsoft.com/office/drawing/2014/main" id="{C1F3C167-7DFC-6A0F-759C-1FB6420E36B3}"/>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AFA66A33-DB95-F04A-0938-FD9C6B1CA9BD}"/>
              </a:ext>
            </a:extLst>
          </p:cNvPr>
          <p:cNvSpPr>
            <a:spLocks noGrp="1"/>
          </p:cNvSpPr>
          <p:nvPr>
            <p:ph type="sldNum" sz="quarter" idx="12"/>
          </p:nvPr>
        </p:nvSpPr>
        <p:spPr/>
        <p:txBody>
          <a:bodyPr/>
          <a:lstStyle/>
          <a:p>
            <a:fld id="{58A88352-CC71-4EEA-9146-AE05ECB4687F}" type="slidenum">
              <a:rPr lang="tr-TR" smtClean="0"/>
              <a:t>‹#›</a:t>
            </a:fld>
            <a:endParaRPr lang="tr-TR"/>
          </a:p>
        </p:txBody>
      </p:sp>
    </p:spTree>
    <p:extLst>
      <p:ext uri="{BB962C8B-B14F-4D97-AF65-F5344CB8AC3E}">
        <p14:creationId xmlns:p14="http://schemas.microsoft.com/office/powerpoint/2010/main" val="36146803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024BCB8-E677-1F7A-4E94-B161F1139B3A}"/>
              </a:ext>
            </a:extLst>
          </p:cNvPr>
          <p:cNvSpPr>
            <a:spLocks noGrp="1"/>
          </p:cNvSpPr>
          <p:nvPr>
            <p:ph type="title"/>
          </p:nvPr>
        </p:nvSpPr>
        <p:spPr>
          <a:xfrm>
            <a:off x="839788" y="365125"/>
            <a:ext cx="10515600" cy="1325563"/>
          </a:xfrm>
        </p:spPr>
        <p:txBody>
          <a:bodyPr/>
          <a:lstStyle/>
          <a:p>
            <a:r>
              <a:rPr lang="tr-TR"/>
              <a:t>Asıl başlık stilini düzenlemek için tıklayın</a:t>
            </a:r>
          </a:p>
        </p:txBody>
      </p:sp>
      <p:sp>
        <p:nvSpPr>
          <p:cNvPr id="3" name="Metin Yer Tutucusu 2">
            <a:extLst>
              <a:ext uri="{FF2B5EF4-FFF2-40B4-BE49-F238E27FC236}">
                <a16:creationId xmlns:a16="http://schemas.microsoft.com/office/drawing/2014/main" id="{5A86CC14-AA23-974D-D8C5-BF2394412A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İçerik Yer Tutucusu 3">
            <a:extLst>
              <a:ext uri="{FF2B5EF4-FFF2-40B4-BE49-F238E27FC236}">
                <a16:creationId xmlns:a16="http://schemas.microsoft.com/office/drawing/2014/main" id="{82E0E808-AE0B-33B0-DA06-BDFD9D8E181D}"/>
              </a:ext>
            </a:extLst>
          </p:cNvPr>
          <p:cNvSpPr>
            <a:spLocks noGrp="1"/>
          </p:cNvSpPr>
          <p:nvPr>
            <p:ph sz="half" idx="2"/>
          </p:nvPr>
        </p:nvSpPr>
        <p:spPr>
          <a:xfrm>
            <a:off x="839788" y="2505075"/>
            <a:ext cx="5157787"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a:extLst>
              <a:ext uri="{FF2B5EF4-FFF2-40B4-BE49-F238E27FC236}">
                <a16:creationId xmlns:a16="http://schemas.microsoft.com/office/drawing/2014/main" id="{F7E02ECF-6800-B881-F31D-68E7AEDB284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İçerik Yer Tutucusu 5">
            <a:extLst>
              <a:ext uri="{FF2B5EF4-FFF2-40B4-BE49-F238E27FC236}">
                <a16:creationId xmlns:a16="http://schemas.microsoft.com/office/drawing/2014/main" id="{39CAC6E3-DAA0-81C0-09B5-74853A3276FB}"/>
              </a:ext>
            </a:extLst>
          </p:cNvPr>
          <p:cNvSpPr>
            <a:spLocks noGrp="1"/>
          </p:cNvSpPr>
          <p:nvPr>
            <p:ph sz="quarter" idx="4"/>
          </p:nvPr>
        </p:nvSpPr>
        <p:spPr>
          <a:xfrm>
            <a:off x="6172200" y="2505075"/>
            <a:ext cx="5183188"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a:extLst>
              <a:ext uri="{FF2B5EF4-FFF2-40B4-BE49-F238E27FC236}">
                <a16:creationId xmlns:a16="http://schemas.microsoft.com/office/drawing/2014/main" id="{CF2AB8BC-FD24-43C8-7E64-4B4803992C33}"/>
              </a:ext>
            </a:extLst>
          </p:cNvPr>
          <p:cNvSpPr>
            <a:spLocks noGrp="1"/>
          </p:cNvSpPr>
          <p:nvPr>
            <p:ph type="dt" sz="half" idx="10"/>
          </p:nvPr>
        </p:nvSpPr>
        <p:spPr/>
        <p:txBody>
          <a:bodyPr/>
          <a:lstStyle/>
          <a:p>
            <a:fld id="{E1D44AD6-DCD6-4801-A4AE-47CBA10F2FB6}" type="datetimeFigureOut">
              <a:rPr lang="tr-TR" smtClean="0"/>
              <a:t>24.09.2026</a:t>
            </a:fld>
            <a:endParaRPr lang="tr-TR"/>
          </a:p>
        </p:txBody>
      </p:sp>
      <p:sp>
        <p:nvSpPr>
          <p:cNvPr id="8" name="Alt Bilgi Yer Tutucusu 7">
            <a:extLst>
              <a:ext uri="{FF2B5EF4-FFF2-40B4-BE49-F238E27FC236}">
                <a16:creationId xmlns:a16="http://schemas.microsoft.com/office/drawing/2014/main" id="{C5F60342-890B-D02D-F39E-7389ADFF9804}"/>
              </a:ext>
            </a:extLst>
          </p:cNvPr>
          <p:cNvSpPr>
            <a:spLocks noGrp="1"/>
          </p:cNvSpPr>
          <p:nvPr>
            <p:ph type="ftr" sz="quarter" idx="11"/>
          </p:nvPr>
        </p:nvSpPr>
        <p:spPr/>
        <p:txBody>
          <a:bodyPr/>
          <a:lstStyle/>
          <a:p>
            <a:endParaRPr lang="tr-TR"/>
          </a:p>
        </p:txBody>
      </p:sp>
      <p:sp>
        <p:nvSpPr>
          <p:cNvPr id="9" name="Slayt Numarası Yer Tutucusu 8">
            <a:extLst>
              <a:ext uri="{FF2B5EF4-FFF2-40B4-BE49-F238E27FC236}">
                <a16:creationId xmlns:a16="http://schemas.microsoft.com/office/drawing/2014/main" id="{06FBD714-A307-BD7A-A142-E9D1B166943B}"/>
              </a:ext>
            </a:extLst>
          </p:cNvPr>
          <p:cNvSpPr>
            <a:spLocks noGrp="1"/>
          </p:cNvSpPr>
          <p:nvPr>
            <p:ph type="sldNum" sz="quarter" idx="12"/>
          </p:nvPr>
        </p:nvSpPr>
        <p:spPr/>
        <p:txBody>
          <a:bodyPr/>
          <a:lstStyle/>
          <a:p>
            <a:fld id="{58A88352-CC71-4EEA-9146-AE05ECB4687F}" type="slidenum">
              <a:rPr lang="tr-TR" smtClean="0"/>
              <a:t>‹#›</a:t>
            </a:fld>
            <a:endParaRPr lang="tr-TR"/>
          </a:p>
        </p:txBody>
      </p:sp>
    </p:spTree>
    <p:extLst>
      <p:ext uri="{BB962C8B-B14F-4D97-AF65-F5344CB8AC3E}">
        <p14:creationId xmlns:p14="http://schemas.microsoft.com/office/powerpoint/2010/main" val="24891963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509700E-834E-E3C1-EF44-D94A4C3DA339}"/>
              </a:ext>
            </a:extLst>
          </p:cNvPr>
          <p:cNvSpPr>
            <a:spLocks noGrp="1"/>
          </p:cNvSpPr>
          <p:nvPr>
            <p:ph type="title"/>
          </p:nvPr>
        </p:nvSpPr>
        <p:spPr/>
        <p:txBody>
          <a:bodyPr/>
          <a:lstStyle/>
          <a:p>
            <a:r>
              <a:rPr lang="tr-TR"/>
              <a:t>Asıl başlık stilini düzenlemek için tıklayın</a:t>
            </a:r>
          </a:p>
        </p:txBody>
      </p:sp>
      <p:sp>
        <p:nvSpPr>
          <p:cNvPr id="3" name="Veri Yer Tutucusu 2">
            <a:extLst>
              <a:ext uri="{FF2B5EF4-FFF2-40B4-BE49-F238E27FC236}">
                <a16:creationId xmlns:a16="http://schemas.microsoft.com/office/drawing/2014/main" id="{DA7E02BD-C98C-03D9-786B-449F1641C98B}"/>
              </a:ext>
            </a:extLst>
          </p:cNvPr>
          <p:cNvSpPr>
            <a:spLocks noGrp="1"/>
          </p:cNvSpPr>
          <p:nvPr>
            <p:ph type="dt" sz="half" idx="10"/>
          </p:nvPr>
        </p:nvSpPr>
        <p:spPr/>
        <p:txBody>
          <a:bodyPr/>
          <a:lstStyle/>
          <a:p>
            <a:fld id="{E1D44AD6-DCD6-4801-A4AE-47CBA10F2FB6}" type="datetimeFigureOut">
              <a:rPr lang="tr-TR" smtClean="0"/>
              <a:t>24.09.2026</a:t>
            </a:fld>
            <a:endParaRPr lang="tr-TR"/>
          </a:p>
        </p:txBody>
      </p:sp>
      <p:sp>
        <p:nvSpPr>
          <p:cNvPr id="4" name="Alt Bilgi Yer Tutucusu 3">
            <a:extLst>
              <a:ext uri="{FF2B5EF4-FFF2-40B4-BE49-F238E27FC236}">
                <a16:creationId xmlns:a16="http://schemas.microsoft.com/office/drawing/2014/main" id="{A9A76620-C2D5-4CAE-F632-957BE60CD437}"/>
              </a:ext>
            </a:extLst>
          </p:cNvPr>
          <p:cNvSpPr>
            <a:spLocks noGrp="1"/>
          </p:cNvSpPr>
          <p:nvPr>
            <p:ph type="ftr" sz="quarter" idx="11"/>
          </p:nvPr>
        </p:nvSpPr>
        <p:spPr/>
        <p:txBody>
          <a:bodyPr/>
          <a:lstStyle/>
          <a:p>
            <a:endParaRPr lang="tr-TR"/>
          </a:p>
        </p:txBody>
      </p:sp>
      <p:sp>
        <p:nvSpPr>
          <p:cNvPr id="5" name="Slayt Numarası Yer Tutucusu 4">
            <a:extLst>
              <a:ext uri="{FF2B5EF4-FFF2-40B4-BE49-F238E27FC236}">
                <a16:creationId xmlns:a16="http://schemas.microsoft.com/office/drawing/2014/main" id="{F01AB705-FBB4-A3CB-DA97-4D271E65BDC0}"/>
              </a:ext>
            </a:extLst>
          </p:cNvPr>
          <p:cNvSpPr>
            <a:spLocks noGrp="1"/>
          </p:cNvSpPr>
          <p:nvPr>
            <p:ph type="sldNum" sz="quarter" idx="12"/>
          </p:nvPr>
        </p:nvSpPr>
        <p:spPr/>
        <p:txBody>
          <a:bodyPr/>
          <a:lstStyle/>
          <a:p>
            <a:fld id="{58A88352-CC71-4EEA-9146-AE05ECB4687F}" type="slidenum">
              <a:rPr lang="tr-TR" smtClean="0"/>
              <a:t>‹#›</a:t>
            </a:fld>
            <a:endParaRPr lang="tr-TR"/>
          </a:p>
        </p:txBody>
      </p:sp>
    </p:spTree>
    <p:extLst>
      <p:ext uri="{BB962C8B-B14F-4D97-AF65-F5344CB8AC3E}">
        <p14:creationId xmlns:p14="http://schemas.microsoft.com/office/powerpoint/2010/main" val="23310667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a:extLst>
              <a:ext uri="{FF2B5EF4-FFF2-40B4-BE49-F238E27FC236}">
                <a16:creationId xmlns:a16="http://schemas.microsoft.com/office/drawing/2014/main" id="{CC2F1122-3D78-8129-42DB-C229E4793842}"/>
              </a:ext>
            </a:extLst>
          </p:cNvPr>
          <p:cNvSpPr>
            <a:spLocks noGrp="1"/>
          </p:cNvSpPr>
          <p:nvPr>
            <p:ph type="dt" sz="half" idx="10"/>
          </p:nvPr>
        </p:nvSpPr>
        <p:spPr/>
        <p:txBody>
          <a:bodyPr/>
          <a:lstStyle/>
          <a:p>
            <a:fld id="{E1D44AD6-DCD6-4801-A4AE-47CBA10F2FB6}" type="datetimeFigureOut">
              <a:rPr lang="tr-TR" smtClean="0"/>
              <a:t>24.09.2026</a:t>
            </a:fld>
            <a:endParaRPr lang="tr-TR"/>
          </a:p>
        </p:txBody>
      </p:sp>
      <p:sp>
        <p:nvSpPr>
          <p:cNvPr id="3" name="Alt Bilgi Yer Tutucusu 2">
            <a:extLst>
              <a:ext uri="{FF2B5EF4-FFF2-40B4-BE49-F238E27FC236}">
                <a16:creationId xmlns:a16="http://schemas.microsoft.com/office/drawing/2014/main" id="{6BEE78F3-FD9C-0BAB-1811-B1AC3B545206}"/>
              </a:ext>
            </a:extLst>
          </p:cNvPr>
          <p:cNvSpPr>
            <a:spLocks noGrp="1"/>
          </p:cNvSpPr>
          <p:nvPr>
            <p:ph type="ftr" sz="quarter" idx="11"/>
          </p:nvPr>
        </p:nvSpPr>
        <p:spPr/>
        <p:txBody>
          <a:bodyPr/>
          <a:lstStyle/>
          <a:p>
            <a:endParaRPr lang="tr-TR"/>
          </a:p>
        </p:txBody>
      </p:sp>
      <p:sp>
        <p:nvSpPr>
          <p:cNvPr id="4" name="Slayt Numarası Yer Tutucusu 3">
            <a:extLst>
              <a:ext uri="{FF2B5EF4-FFF2-40B4-BE49-F238E27FC236}">
                <a16:creationId xmlns:a16="http://schemas.microsoft.com/office/drawing/2014/main" id="{961FE4A4-D3DD-6C45-D0C0-04465BD6124F}"/>
              </a:ext>
            </a:extLst>
          </p:cNvPr>
          <p:cNvSpPr>
            <a:spLocks noGrp="1"/>
          </p:cNvSpPr>
          <p:nvPr>
            <p:ph type="sldNum" sz="quarter" idx="12"/>
          </p:nvPr>
        </p:nvSpPr>
        <p:spPr/>
        <p:txBody>
          <a:bodyPr/>
          <a:lstStyle/>
          <a:p>
            <a:fld id="{58A88352-CC71-4EEA-9146-AE05ECB4687F}" type="slidenum">
              <a:rPr lang="tr-TR" smtClean="0"/>
              <a:t>‹#›</a:t>
            </a:fld>
            <a:endParaRPr lang="tr-TR"/>
          </a:p>
        </p:txBody>
      </p:sp>
    </p:spTree>
    <p:extLst>
      <p:ext uri="{BB962C8B-B14F-4D97-AF65-F5344CB8AC3E}">
        <p14:creationId xmlns:p14="http://schemas.microsoft.com/office/powerpoint/2010/main" val="30681427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4C54EF0-B994-3EEF-BCA6-D10738E702CB}"/>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İçerik Yer Tutucusu 2">
            <a:extLst>
              <a:ext uri="{FF2B5EF4-FFF2-40B4-BE49-F238E27FC236}">
                <a16:creationId xmlns:a16="http://schemas.microsoft.com/office/drawing/2014/main" id="{5FF04EAE-9875-687A-7BB8-C34AAA49920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a:extLst>
              <a:ext uri="{FF2B5EF4-FFF2-40B4-BE49-F238E27FC236}">
                <a16:creationId xmlns:a16="http://schemas.microsoft.com/office/drawing/2014/main" id="{848A840F-8ED2-E0D1-5AC3-BAD76B8AB9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D1D49593-4926-D202-9633-3E9F832552A3}"/>
              </a:ext>
            </a:extLst>
          </p:cNvPr>
          <p:cNvSpPr>
            <a:spLocks noGrp="1"/>
          </p:cNvSpPr>
          <p:nvPr>
            <p:ph type="dt" sz="half" idx="10"/>
          </p:nvPr>
        </p:nvSpPr>
        <p:spPr/>
        <p:txBody>
          <a:bodyPr/>
          <a:lstStyle/>
          <a:p>
            <a:fld id="{E1D44AD6-DCD6-4801-A4AE-47CBA10F2FB6}" type="datetimeFigureOut">
              <a:rPr lang="tr-TR" smtClean="0"/>
              <a:t>24.09.2026</a:t>
            </a:fld>
            <a:endParaRPr lang="tr-TR"/>
          </a:p>
        </p:txBody>
      </p:sp>
      <p:sp>
        <p:nvSpPr>
          <p:cNvPr id="6" name="Alt Bilgi Yer Tutucusu 5">
            <a:extLst>
              <a:ext uri="{FF2B5EF4-FFF2-40B4-BE49-F238E27FC236}">
                <a16:creationId xmlns:a16="http://schemas.microsoft.com/office/drawing/2014/main" id="{45732913-2C21-6315-104B-2C991E0F0C8B}"/>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BE95A147-EEE3-A7BF-CC5C-42618F4C3207}"/>
              </a:ext>
            </a:extLst>
          </p:cNvPr>
          <p:cNvSpPr>
            <a:spLocks noGrp="1"/>
          </p:cNvSpPr>
          <p:nvPr>
            <p:ph type="sldNum" sz="quarter" idx="12"/>
          </p:nvPr>
        </p:nvSpPr>
        <p:spPr/>
        <p:txBody>
          <a:bodyPr/>
          <a:lstStyle/>
          <a:p>
            <a:fld id="{58A88352-CC71-4EEA-9146-AE05ECB4687F}" type="slidenum">
              <a:rPr lang="tr-TR" smtClean="0"/>
              <a:t>‹#›</a:t>
            </a:fld>
            <a:endParaRPr lang="tr-TR"/>
          </a:p>
        </p:txBody>
      </p:sp>
    </p:spTree>
    <p:extLst>
      <p:ext uri="{BB962C8B-B14F-4D97-AF65-F5344CB8AC3E}">
        <p14:creationId xmlns:p14="http://schemas.microsoft.com/office/powerpoint/2010/main" val="33698715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E3F6A6A-79F8-1062-D45D-A17EA436DE98}"/>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Resim Yer Tutucusu 2">
            <a:extLst>
              <a:ext uri="{FF2B5EF4-FFF2-40B4-BE49-F238E27FC236}">
                <a16:creationId xmlns:a16="http://schemas.microsoft.com/office/drawing/2014/main" id="{13EB3AA0-B5C4-E4BD-D956-C3C179D999C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a:extLst>
              <a:ext uri="{FF2B5EF4-FFF2-40B4-BE49-F238E27FC236}">
                <a16:creationId xmlns:a16="http://schemas.microsoft.com/office/drawing/2014/main" id="{88ABA576-DC17-4E3E-0645-ABA76647CA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627A427D-04DA-255B-A81E-2B43A034EC3C}"/>
              </a:ext>
            </a:extLst>
          </p:cNvPr>
          <p:cNvSpPr>
            <a:spLocks noGrp="1"/>
          </p:cNvSpPr>
          <p:nvPr>
            <p:ph type="dt" sz="half" idx="10"/>
          </p:nvPr>
        </p:nvSpPr>
        <p:spPr/>
        <p:txBody>
          <a:bodyPr/>
          <a:lstStyle/>
          <a:p>
            <a:fld id="{E1D44AD6-DCD6-4801-A4AE-47CBA10F2FB6}" type="datetimeFigureOut">
              <a:rPr lang="tr-TR" smtClean="0"/>
              <a:t>24.09.2026</a:t>
            </a:fld>
            <a:endParaRPr lang="tr-TR"/>
          </a:p>
        </p:txBody>
      </p:sp>
      <p:sp>
        <p:nvSpPr>
          <p:cNvPr id="6" name="Alt Bilgi Yer Tutucusu 5">
            <a:extLst>
              <a:ext uri="{FF2B5EF4-FFF2-40B4-BE49-F238E27FC236}">
                <a16:creationId xmlns:a16="http://schemas.microsoft.com/office/drawing/2014/main" id="{FB5FE8EE-73C0-DDCA-72D4-21EA4C12EB11}"/>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E2CF40CE-30F8-1946-4C20-C1006B3E739C}"/>
              </a:ext>
            </a:extLst>
          </p:cNvPr>
          <p:cNvSpPr>
            <a:spLocks noGrp="1"/>
          </p:cNvSpPr>
          <p:nvPr>
            <p:ph type="sldNum" sz="quarter" idx="12"/>
          </p:nvPr>
        </p:nvSpPr>
        <p:spPr/>
        <p:txBody>
          <a:bodyPr/>
          <a:lstStyle/>
          <a:p>
            <a:fld id="{58A88352-CC71-4EEA-9146-AE05ECB4687F}" type="slidenum">
              <a:rPr lang="tr-TR" smtClean="0"/>
              <a:t>‹#›</a:t>
            </a:fld>
            <a:endParaRPr lang="tr-TR"/>
          </a:p>
        </p:txBody>
      </p:sp>
    </p:spTree>
    <p:extLst>
      <p:ext uri="{BB962C8B-B14F-4D97-AF65-F5344CB8AC3E}">
        <p14:creationId xmlns:p14="http://schemas.microsoft.com/office/powerpoint/2010/main" val="25851658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5EA454D-AC93-A162-D945-0BB41D439658}"/>
              </a:ext>
            </a:extLst>
          </p:cNvPr>
          <p:cNvSpPr>
            <a:spLocks noGrp="1"/>
          </p:cNvSpPr>
          <p:nvPr>
            <p:ph type="title"/>
          </p:nvPr>
        </p:nvSpPr>
        <p:spPr/>
        <p:txBody>
          <a:bodyPr/>
          <a:lstStyle/>
          <a:p>
            <a:r>
              <a:rPr lang="tr-TR"/>
              <a:t>Asıl başlık stilini düzenlemek için tıklayın</a:t>
            </a:r>
          </a:p>
        </p:txBody>
      </p:sp>
      <p:sp>
        <p:nvSpPr>
          <p:cNvPr id="3" name="Dikey Metin Yer Tutucusu 2">
            <a:extLst>
              <a:ext uri="{FF2B5EF4-FFF2-40B4-BE49-F238E27FC236}">
                <a16:creationId xmlns:a16="http://schemas.microsoft.com/office/drawing/2014/main" id="{31A4A7EE-1ABE-4CCA-70C2-AE37DBE91AC9}"/>
              </a:ext>
            </a:extLst>
          </p:cNvPr>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515D24A6-D09D-D6BC-BCF5-46954182C692}"/>
              </a:ext>
            </a:extLst>
          </p:cNvPr>
          <p:cNvSpPr>
            <a:spLocks noGrp="1"/>
          </p:cNvSpPr>
          <p:nvPr>
            <p:ph type="dt" sz="half" idx="10"/>
          </p:nvPr>
        </p:nvSpPr>
        <p:spPr/>
        <p:txBody>
          <a:bodyPr/>
          <a:lstStyle/>
          <a:p>
            <a:fld id="{E1D44AD6-DCD6-4801-A4AE-47CBA10F2FB6}" type="datetimeFigureOut">
              <a:rPr lang="tr-TR" smtClean="0"/>
              <a:t>24.09.2026</a:t>
            </a:fld>
            <a:endParaRPr lang="tr-TR"/>
          </a:p>
        </p:txBody>
      </p:sp>
      <p:sp>
        <p:nvSpPr>
          <p:cNvPr id="5" name="Alt Bilgi Yer Tutucusu 4">
            <a:extLst>
              <a:ext uri="{FF2B5EF4-FFF2-40B4-BE49-F238E27FC236}">
                <a16:creationId xmlns:a16="http://schemas.microsoft.com/office/drawing/2014/main" id="{ACA16C85-9720-EAD8-3A54-121D2DA3474F}"/>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64D62170-15C0-5396-5916-6FB48F55FBDE}"/>
              </a:ext>
            </a:extLst>
          </p:cNvPr>
          <p:cNvSpPr>
            <a:spLocks noGrp="1"/>
          </p:cNvSpPr>
          <p:nvPr>
            <p:ph type="sldNum" sz="quarter" idx="12"/>
          </p:nvPr>
        </p:nvSpPr>
        <p:spPr/>
        <p:txBody>
          <a:bodyPr/>
          <a:lstStyle/>
          <a:p>
            <a:fld id="{58A88352-CC71-4EEA-9146-AE05ECB4687F}" type="slidenum">
              <a:rPr lang="tr-TR" smtClean="0"/>
              <a:t>‹#›</a:t>
            </a:fld>
            <a:endParaRPr lang="tr-TR"/>
          </a:p>
        </p:txBody>
      </p:sp>
    </p:spTree>
    <p:extLst>
      <p:ext uri="{BB962C8B-B14F-4D97-AF65-F5344CB8AC3E}">
        <p14:creationId xmlns:p14="http://schemas.microsoft.com/office/powerpoint/2010/main" val="7526980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a:extLst>
              <a:ext uri="{FF2B5EF4-FFF2-40B4-BE49-F238E27FC236}">
                <a16:creationId xmlns:a16="http://schemas.microsoft.com/office/drawing/2014/main" id="{F74B7940-9905-5408-8399-90051F75D3B3}"/>
              </a:ext>
            </a:extLst>
          </p:cNvPr>
          <p:cNvSpPr>
            <a:spLocks noGrp="1"/>
          </p:cNvSpPr>
          <p:nvPr>
            <p:ph type="title" orient="vert"/>
          </p:nvPr>
        </p:nvSpPr>
        <p:spPr>
          <a:xfrm>
            <a:off x="8724900" y="365125"/>
            <a:ext cx="2628900" cy="5811838"/>
          </a:xfrm>
        </p:spPr>
        <p:txBody>
          <a:bodyPr vert="eaVert"/>
          <a:lstStyle/>
          <a:p>
            <a:r>
              <a:rPr lang="tr-TR"/>
              <a:t>Asıl başlık stilini düzenlemek için tıklayın</a:t>
            </a:r>
          </a:p>
        </p:txBody>
      </p:sp>
      <p:sp>
        <p:nvSpPr>
          <p:cNvPr id="3" name="Dikey Metin Yer Tutucusu 2">
            <a:extLst>
              <a:ext uri="{FF2B5EF4-FFF2-40B4-BE49-F238E27FC236}">
                <a16:creationId xmlns:a16="http://schemas.microsoft.com/office/drawing/2014/main" id="{39B3E4CF-A8E2-89E5-6EA6-415E78DD9722}"/>
              </a:ext>
            </a:extLst>
          </p:cNvPr>
          <p:cNvSpPr>
            <a:spLocks noGrp="1"/>
          </p:cNvSpPr>
          <p:nvPr>
            <p:ph type="body" orient="vert" idx="1"/>
          </p:nvPr>
        </p:nvSpPr>
        <p:spPr>
          <a:xfrm>
            <a:off x="838200" y="365125"/>
            <a:ext cx="7734300" cy="5811838"/>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A1E5508B-3218-5B8C-0C85-81975FEABDDC}"/>
              </a:ext>
            </a:extLst>
          </p:cNvPr>
          <p:cNvSpPr>
            <a:spLocks noGrp="1"/>
          </p:cNvSpPr>
          <p:nvPr>
            <p:ph type="dt" sz="half" idx="10"/>
          </p:nvPr>
        </p:nvSpPr>
        <p:spPr/>
        <p:txBody>
          <a:bodyPr/>
          <a:lstStyle/>
          <a:p>
            <a:fld id="{E1D44AD6-DCD6-4801-A4AE-47CBA10F2FB6}" type="datetimeFigureOut">
              <a:rPr lang="tr-TR" smtClean="0"/>
              <a:t>24.09.2026</a:t>
            </a:fld>
            <a:endParaRPr lang="tr-TR"/>
          </a:p>
        </p:txBody>
      </p:sp>
      <p:sp>
        <p:nvSpPr>
          <p:cNvPr id="5" name="Alt Bilgi Yer Tutucusu 4">
            <a:extLst>
              <a:ext uri="{FF2B5EF4-FFF2-40B4-BE49-F238E27FC236}">
                <a16:creationId xmlns:a16="http://schemas.microsoft.com/office/drawing/2014/main" id="{68F4297D-FD01-F851-2EA8-5E3B66C63A82}"/>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383F7222-06D3-6861-38CE-D9D883D736CC}"/>
              </a:ext>
            </a:extLst>
          </p:cNvPr>
          <p:cNvSpPr>
            <a:spLocks noGrp="1"/>
          </p:cNvSpPr>
          <p:nvPr>
            <p:ph type="sldNum" sz="quarter" idx="12"/>
          </p:nvPr>
        </p:nvSpPr>
        <p:spPr/>
        <p:txBody>
          <a:bodyPr/>
          <a:lstStyle/>
          <a:p>
            <a:fld id="{58A88352-CC71-4EEA-9146-AE05ECB4687F}" type="slidenum">
              <a:rPr lang="tr-TR" smtClean="0"/>
              <a:t>‹#›</a:t>
            </a:fld>
            <a:endParaRPr lang="tr-TR"/>
          </a:p>
        </p:txBody>
      </p:sp>
    </p:spTree>
    <p:extLst>
      <p:ext uri="{BB962C8B-B14F-4D97-AF65-F5344CB8AC3E}">
        <p14:creationId xmlns:p14="http://schemas.microsoft.com/office/powerpoint/2010/main" val="21461575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a:extLst>
              <a:ext uri="{FF2B5EF4-FFF2-40B4-BE49-F238E27FC236}">
                <a16:creationId xmlns:a16="http://schemas.microsoft.com/office/drawing/2014/main" id="{EA9ACEEF-399E-9777-A4B5-7ACFB998158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a:t>Asıl başlık stilini düzenlemek için tıklayın</a:t>
            </a:r>
          </a:p>
        </p:txBody>
      </p:sp>
      <p:sp>
        <p:nvSpPr>
          <p:cNvPr id="3" name="Metin Yer Tutucusu 2">
            <a:extLst>
              <a:ext uri="{FF2B5EF4-FFF2-40B4-BE49-F238E27FC236}">
                <a16:creationId xmlns:a16="http://schemas.microsoft.com/office/drawing/2014/main" id="{29037D63-7973-2D36-7276-DF9F0C77ECD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106099F5-5192-176F-831C-0E239622C43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1D44AD6-DCD6-4801-A4AE-47CBA10F2FB6}" type="datetimeFigureOut">
              <a:rPr lang="tr-TR" smtClean="0"/>
              <a:t>24.09.2026</a:t>
            </a:fld>
            <a:endParaRPr lang="tr-TR"/>
          </a:p>
        </p:txBody>
      </p:sp>
      <p:sp>
        <p:nvSpPr>
          <p:cNvPr id="5" name="Alt Bilgi Yer Tutucusu 4">
            <a:extLst>
              <a:ext uri="{FF2B5EF4-FFF2-40B4-BE49-F238E27FC236}">
                <a16:creationId xmlns:a16="http://schemas.microsoft.com/office/drawing/2014/main" id="{1A605E46-FF25-E2AD-7136-92598757C5C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Slayt Numarası Yer Tutucusu 5">
            <a:extLst>
              <a:ext uri="{FF2B5EF4-FFF2-40B4-BE49-F238E27FC236}">
                <a16:creationId xmlns:a16="http://schemas.microsoft.com/office/drawing/2014/main" id="{3AD2A11B-261B-C230-6649-F494DE8E9F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A88352-CC71-4EEA-9146-AE05ECB4687F}" type="slidenum">
              <a:rPr lang="tr-TR" smtClean="0"/>
              <a:t>‹#›</a:t>
            </a:fld>
            <a:endParaRPr lang="tr-TR"/>
          </a:p>
        </p:txBody>
      </p:sp>
    </p:spTree>
    <p:extLst>
      <p:ext uri="{BB962C8B-B14F-4D97-AF65-F5344CB8AC3E}">
        <p14:creationId xmlns:p14="http://schemas.microsoft.com/office/powerpoint/2010/main" val="20203112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BF7F0"/>
        </a:solidFill>
        <a:effectLst/>
      </p:bgPr>
    </p:bg>
    <p:spTree>
      <p:nvGrpSpPr>
        <p:cNvPr id="1" name=""/>
        <p:cNvGrpSpPr/>
        <p:nvPr/>
      </p:nvGrpSpPr>
      <p:grpSpPr>
        <a:xfrm>
          <a:off x="0" y="0"/>
          <a:ext cx="0" cy="0"/>
          <a:chOff x="0" y="0"/>
          <a:chExt cx="0" cy="0"/>
        </a:xfrm>
      </p:grpSpPr>
      <p:sp>
        <p:nvSpPr>
          <p:cNvPr id="2" name="Metin kutusu 1">
            <a:extLst>
              <a:ext uri="{FF2B5EF4-FFF2-40B4-BE49-F238E27FC236}">
                <a16:creationId xmlns:a16="http://schemas.microsoft.com/office/drawing/2014/main" id="{56FB69A6-7E78-0C24-3032-A07C7F0855EE}"/>
              </a:ext>
            </a:extLst>
          </p:cNvPr>
          <p:cNvSpPr txBox="1"/>
          <p:nvPr/>
        </p:nvSpPr>
        <p:spPr>
          <a:xfrm>
            <a:off x="533400" y="342900"/>
            <a:ext cx="11049000" cy="169277"/>
          </a:xfrm>
          <a:prstGeom prst="rect">
            <a:avLst/>
          </a:prstGeom>
          <a:noFill/>
        </p:spPr>
        <p:txBody>
          <a:bodyPr vert="horz" wrap="square" lIns="0" tIns="0" rIns="0" bIns="0" rtlCol="0">
            <a:spAutoFit/>
          </a:bodyPr>
          <a:lstStyle/>
          <a:p>
            <a:r>
              <a:rPr lang="tr-TR" sz="1100" b="1">
                <a:solidFill>
                  <a:srgbClr val="9B292E"/>
                </a:solidFill>
                <a:latin typeface="Aptos" panose="020B0004020202020204" pitchFamily="34" charset="0"/>
              </a:rPr>
              <a:t>İLK ORGANİZASYONUMUZDAN PARTNERLİĞE</a:t>
            </a:r>
          </a:p>
        </p:txBody>
      </p:sp>
      <p:sp>
        <p:nvSpPr>
          <p:cNvPr id="3" name="Metin kutusu 2">
            <a:extLst>
              <a:ext uri="{FF2B5EF4-FFF2-40B4-BE49-F238E27FC236}">
                <a16:creationId xmlns:a16="http://schemas.microsoft.com/office/drawing/2014/main" id="{0E18905C-A22D-9189-42DA-D580170572CD}"/>
              </a:ext>
            </a:extLst>
          </p:cNvPr>
          <p:cNvSpPr txBox="1"/>
          <p:nvPr/>
        </p:nvSpPr>
        <p:spPr>
          <a:xfrm>
            <a:off x="533400" y="825500"/>
            <a:ext cx="11176000" cy="477054"/>
          </a:xfrm>
          <a:prstGeom prst="rect">
            <a:avLst/>
          </a:prstGeom>
          <a:noFill/>
        </p:spPr>
        <p:txBody>
          <a:bodyPr vert="horz" wrap="square" lIns="0" tIns="0" rIns="0" bIns="0" rtlCol="0">
            <a:spAutoFit/>
          </a:bodyPr>
          <a:lstStyle/>
          <a:p>
            <a:r>
              <a:rPr lang="tr-TR" sz="3100" b="1">
                <a:solidFill>
                  <a:srgbClr val="292321"/>
                </a:solidFill>
                <a:latin typeface="Aptos" panose="020B0004020202020204" pitchFamily="34" charset="0"/>
              </a:rPr>
              <a:t>Misafirlerin anıları. İşletmenizin yeni geliri.</a:t>
            </a:r>
          </a:p>
        </p:txBody>
      </p:sp>
      <p:sp>
        <p:nvSpPr>
          <p:cNvPr id="4" name="Dikdörtgen 3">
            <a:extLst>
              <a:ext uri="{FF2B5EF4-FFF2-40B4-BE49-F238E27FC236}">
                <a16:creationId xmlns:a16="http://schemas.microsoft.com/office/drawing/2014/main" id="{B8862CE8-8981-5467-0404-45637221D61E}"/>
              </a:ext>
            </a:extLst>
          </p:cNvPr>
          <p:cNvSpPr/>
          <p:nvPr/>
        </p:nvSpPr>
        <p:spPr>
          <a:xfrm>
            <a:off x="533400" y="6375400"/>
            <a:ext cx="11125200" cy="12700"/>
          </a:xfrm>
          <a:prstGeom prst="rect">
            <a:avLst/>
          </a:prstGeom>
          <a:solidFill>
            <a:srgbClr val="E5DAD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5" name="Metin kutusu 4">
            <a:extLst>
              <a:ext uri="{FF2B5EF4-FFF2-40B4-BE49-F238E27FC236}">
                <a16:creationId xmlns:a16="http://schemas.microsoft.com/office/drawing/2014/main" id="{48A73CE1-1A6B-9AD5-41B4-B00123FD93C6}"/>
              </a:ext>
            </a:extLst>
          </p:cNvPr>
          <p:cNvSpPr txBox="1"/>
          <p:nvPr/>
        </p:nvSpPr>
        <p:spPr>
          <a:xfrm>
            <a:off x="533400" y="6502400"/>
            <a:ext cx="5715000" cy="138499"/>
          </a:xfrm>
          <a:prstGeom prst="rect">
            <a:avLst/>
          </a:prstGeom>
          <a:noFill/>
        </p:spPr>
        <p:txBody>
          <a:bodyPr vert="horz" wrap="square" lIns="0" tIns="0" rIns="0" bIns="0" rtlCol="0">
            <a:spAutoFit/>
          </a:bodyPr>
          <a:lstStyle/>
          <a:p>
            <a:r>
              <a:rPr lang="tr-TR" sz="900">
                <a:solidFill>
                  <a:srgbClr val="726760"/>
                </a:solidFill>
                <a:latin typeface="Aptos" panose="020B0004020202020204" pitchFamily="34" charset="0"/>
              </a:rPr>
              <a:t>ANILAR  /  PARTNERLİK</a:t>
            </a:r>
          </a:p>
        </p:txBody>
      </p:sp>
      <p:sp>
        <p:nvSpPr>
          <p:cNvPr id="6" name="Metin kutusu 5">
            <a:extLst>
              <a:ext uri="{FF2B5EF4-FFF2-40B4-BE49-F238E27FC236}">
                <a16:creationId xmlns:a16="http://schemas.microsoft.com/office/drawing/2014/main" id="{EE1E6EF3-8E4D-2829-0A4A-5F9324DEA420}"/>
              </a:ext>
            </a:extLst>
          </p:cNvPr>
          <p:cNvSpPr txBox="1"/>
          <p:nvPr/>
        </p:nvSpPr>
        <p:spPr>
          <a:xfrm>
            <a:off x="11277600" y="6502400"/>
            <a:ext cx="381000" cy="138499"/>
          </a:xfrm>
          <a:prstGeom prst="rect">
            <a:avLst/>
          </a:prstGeom>
          <a:noFill/>
        </p:spPr>
        <p:txBody>
          <a:bodyPr vert="horz" wrap="square" lIns="0" tIns="0" rIns="0" bIns="0" rtlCol="0">
            <a:spAutoFit/>
          </a:bodyPr>
          <a:lstStyle/>
          <a:p>
            <a:r>
              <a:rPr lang="tr-TR" sz="900">
                <a:solidFill>
                  <a:srgbClr val="726760"/>
                </a:solidFill>
                <a:latin typeface="Aptos" panose="020B0004020202020204" pitchFamily="34" charset="0"/>
              </a:rPr>
              <a:t>01</a:t>
            </a:r>
          </a:p>
        </p:txBody>
      </p:sp>
      <p:sp>
        <p:nvSpPr>
          <p:cNvPr id="7" name="Metin kutusu 6">
            <a:extLst>
              <a:ext uri="{FF2B5EF4-FFF2-40B4-BE49-F238E27FC236}">
                <a16:creationId xmlns:a16="http://schemas.microsoft.com/office/drawing/2014/main" id="{E305B770-CB34-88FB-7CA2-A4FF6030198F}"/>
              </a:ext>
            </a:extLst>
          </p:cNvPr>
          <p:cNvSpPr txBox="1"/>
          <p:nvPr/>
        </p:nvSpPr>
        <p:spPr>
          <a:xfrm>
            <a:off x="533400" y="2247900"/>
            <a:ext cx="5461000" cy="738664"/>
          </a:xfrm>
          <a:prstGeom prst="rect">
            <a:avLst/>
          </a:prstGeom>
          <a:noFill/>
        </p:spPr>
        <p:txBody>
          <a:bodyPr vert="horz" wrap="square" lIns="0" tIns="0" rIns="0" bIns="0" rtlCol="0">
            <a:spAutoFit/>
          </a:bodyPr>
          <a:lstStyle/>
          <a:p>
            <a:r>
              <a:rPr lang="tr-TR" sz="4800" b="1">
                <a:solidFill>
                  <a:srgbClr val="9B292E"/>
                </a:solidFill>
                <a:latin typeface="Aptos" panose="020B0004020202020204" pitchFamily="34" charset="0"/>
              </a:rPr>
              <a:t>ANILAR</a:t>
            </a:r>
          </a:p>
        </p:txBody>
      </p:sp>
      <p:sp>
        <p:nvSpPr>
          <p:cNvPr id="8" name="Metin kutusu 7">
            <a:extLst>
              <a:ext uri="{FF2B5EF4-FFF2-40B4-BE49-F238E27FC236}">
                <a16:creationId xmlns:a16="http://schemas.microsoft.com/office/drawing/2014/main" id="{D3EE09DA-F1A9-6174-6846-18FF8B3CD33A}"/>
              </a:ext>
            </a:extLst>
          </p:cNvPr>
          <p:cNvSpPr txBox="1"/>
          <p:nvPr/>
        </p:nvSpPr>
        <p:spPr>
          <a:xfrm>
            <a:off x="533400" y="3251200"/>
            <a:ext cx="4635500" cy="969496"/>
          </a:xfrm>
          <a:prstGeom prst="rect">
            <a:avLst/>
          </a:prstGeom>
          <a:noFill/>
        </p:spPr>
        <p:txBody>
          <a:bodyPr vert="horz" wrap="square" lIns="0" tIns="0" rIns="0" bIns="0" rtlCol="0">
            <a:spAutoFit/>
          </a:bodyPr>
          <a:lstStyle/>
          <a:p>
            <a:r>
              <a:rPr lang="tr-TR" sz="2100">
                <a:solidFill>
                  <a:srgbClr val="292321"/>
                </a:solidFill>
                <a:latin typeface="Aptos" panose="020B0004020202020204" pitchFamily="34" charset="0"/>
              </a:rPr>
              <a:t>Hilal &amp; Oğuzhan için QR baskısı hazır.</a:t>
            </a:r>
          </a:p>
          <a:p>
            <a:r>
              <a:rPr lang="tr-TR" sz="2100">
                <a:solidFill>
                  <a:srgbClr val="292321"/>
                </a:solidFill>
                <a:latin typeface="Aptos" panose="020B0004020202020204" pitchFamily="34" charset="0"/>
              </a:rPr>
              <a:t>Şimdi bu deneyimi sizin organizasyonlarınıza taşıyalım.</a:t>
            </a:r>
          </a:p>
        </p:txBody>
      </p:sp>
      <p:sp>
        <p:nvSpPr>
          <p:cNvPr id="9" name="Dikdörtgen 8">
            <a:extLst>
              <a:ext uri="{FF2B5EF4-FFF2-40B4-BE49-F238E27FC236}">
                <a16:creationId xmlns:a16="http://schemas.microsoft.com/office/drawing/2014/main" id="{B6C1382D-80D3-55CC-AD27-BB791DCDB231}"/>
              </a:ext>
            </a:extLst>
          </p:cNvPr>
          <p:cNvSpPr/>
          <p:nvPr/>
        </p:nvSpPr>
        <p:spPr>
          <a:xfrm>
            <a:off x="533400" y="4940300"/>
            <a:ext cx="4635500" cy="838200"/>
          </a:xfrm>
          <a:prstGeom prst="rect">
            <a:avLst/>
          </a:prstGeom>
          <a:solidFill>
            <a:srgbClr val="9B29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0" name="Metin kutusu 9">
            <a:extLst>
              <a:ext uri="{FF2B5EF4-FFF2-40B4-BE49-F238E27FC236}">
                <a16:creationId xmlns:a16="http://schemas.microsoft.com/office/drawing/2014/main" id="{E59F444E-9F05-48A8-76BE-45BC3BCACF53}"/>
              </a:ext>
            </a:extLst>
          </p:cNvPr>
          <p:cNvSpPr txBox="1"/>
          <p:nvPr/>
        </p:nvSpPr>
        <p:spPr>
          <a:xfrm>
            <a:off x="749300" y="5207000"/>
            <a:ext cx="4292600" cy="323165"/>
          </a:xfrm>
          <a:prstGeom prst="rect">
            <a:avLst/>
          </a:prstGeom>
          <a:noFill/>
        </p:spPr>
        <p:txBody>
          <a:bodyPr vert="horz" wrap="square" lIns="0" tIns="0" rIns="0" bIns="0" rtlCol="0">
            <a:spAutoFit/>
          </a:bodyPr>
          <a:lstStyle/>
          <a:p>
            <a:r>
              <a:rPr lang="en-US" sz="2100" b="1">
                <a:solidFill>
                  <a:srgbClr val="FFFFFF"/>
                </a:solidFill>
                <a:latin typeface="Aptos" panose="020B0004020202020204" pitchFamily="34" charset="0"/>
              </a:rPr>
              <a:t>Her satışta işletmenize %30 pay</a:t>
            </a:r>
            <a:endParaRPr lang="tr-TR" sz="2100" b="1">
              <a:solidFill>
                <a:srgbClr val="FFFFFF"/>
              </a:solidFill>
              <a:latin typeface="Aptos" panose="020B0004020202020204" pitchFamily="34" charset="0"/>
            </a:endParaRPr>
          </a:p>
        </p:txBody>
      </p:sp>
      <p:pic>
        <p:nvPicPr>
          <p:cNvPr id="12" name="Resim 11">
            <a:extLst>
              <a:ext uri="{FF2B5EF4-FFF2-40B4-BE49-F238E27FC236}">
                <a16:creationId xmlns:a16="http://schemas.microsoft.com/office/drawing/2014/main" id="{4302E737-4C8D-9BF4-0BC4-FE5F4241C348}"/>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5486400" y="2231896"/>
            <a:ext cx="6172200" cy="3473708"/>
          </a:xfrm>
          <a:prstGeom prst="rect">
            <a:avLst/>
          </a:prstGeom>
        </p:spPr>
      </p:pic>
      <p:sp>
        <p:nvSpPr>
          <p:cNvPr id="13" name="Metin kutusu 12">
            <a:extLst>
              <a:ext uri="{FF2B5EF4-FFF2-40B4-BE49-F238E27FC236}">
                <a16:creationId xmlns:a16="http://schemas.microsoft.com/office/drawing/2014/main" id="{53D46841-5AF4-B339-1AC4-E2C415C3A456}"/>
              </a:ext>
            </a:extLst>
          </p:cNvPr>
          <p:cNvSpPr txBox="1"/>
          <p:nvPr/>
        </p:nvSpPr>
        <p:spPr>
          <a:xfrm>
            <a:off x="5613400" y="5854700"/>
            <a:ext cx="5930900" cy="153888"/>
          </a:xfrm>
          <a:prstGeom prst="rect">
            <a:avLst/>
          </a:prstGeom>
          <a:noFill/>
        </p:spPr>
        <p:txBody>
          <a:bodyPr vert="horz" wrap="square" lIns="0" tIns="0" rIns="0" bIns="0" rtlCol="0">
            <a:spAutoFit/>
          </a:bodyPr>
          <a:lstStyle/>
          <a:p>
            <a:r>
              <a:rPr lang="tr-TR" sz="1000">
                <a:solidFill>
                  <a:srgbClr val="726760"/>
                </a:solidFill>
                <a:latin typeface="Aptos" panose="020B0004020202020204" pitchFamily="34" charset="0"/>
              </a:rPr>
              <a:t>Organizasyon için hazırlanan tasarımların temsili masa yerleşimi.</a:t>
            </a:r>
          </a:p>
        </p:txBody>
      </p:sp>
    </p:spTree>
    <p:extLst>
      <p:ext uri="{BB962C8B-B14F-4D97-AF65-F5344CB8AC3E}">
        <p14:creationId xmlns:p14="http://schemas.microsoft.com/office/powerpoint/2010/main" val="18525363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BF7F0"/>
        </a:solidFill>
        <a:effectLst/>
      </p:bgPr>
    </p:bg>
    <p:spTree>
      <p:nvGrpSpPr>
        <p:cNvPr id="1" name=""/>
        <p:cNvGrpSpPr/>
        <p:nvPr/>
      </p:nvGrpSpPr>
      <p:grpSpPr>
        <a:xfrm>
          <a:off x="0" y="0"/>
          <a:ext cx="0" cy="0"/>
          <a:chOff x="0" y="0"/>
          <a:chExt cx="0" cy="0"/>
        </a:xfrm>
      </p:grpSpPr>
      <p:sp>
        <p:nvSpPr>
          <p:cNvPr id="2" name="Metin kutusu 1">
            <a:extLst>
              <a:ext uri="{FF2B5EF4-FFF2-40B4-BE49-F238E27FC236}">
                <a16:creationId xmlns:a16="http://schemas.microsoft.com/office/drawing/2014/main" id="{D19A140C-3A62-ED19-94D1-DEB87EA7A691}"/>
              </a:ext>
            </a:extLst>
          </p:cNvPr>
          <p:cNvSpPr txBox="1"/>
          <p:nvPr/>
        </p:nvSpPr>
        <p:spPr>
          <a:xfrm>
            <a:off x="533400" y="342900"/>
            <a:ext cx="11125200" cy="169277"/>
          </a:xfrm>
          <a:prstGeom prst="rect">
            <a:avLst/>
          </a:prstGeom>
          <a:noFill/>
        </p:spPr>
        <p:txBody>
          <a:bodyPr vert="horz" wrap="square" lIns="0" tIns="0" rIns="0" bIns="0" rtlCol="0">
            <a:spAutoFit/>
          </a:bodyPr>
          <a:lstStyle/>
          <a:p>
            <a:r>
              <a:rPr lang="tr-TR" sz="1100" b="1">
                <a:solidFill>
                  <a:srgbClr val="9B292E"/>
                </a:solidFill>
                <a:latin typeface="Aptos" panose="020B0004020202020204" pitchFamily="34" charset="0"/>
              </a:rPr>
              <a:t>SİSTEMİN AMACI</a:t>
            </a:r>
          </a:p>
        </p:txBody>
      </p:sp>
      <p:sp>
        <p:nvSpPr>
          <p:cNvPr id="3" name="Metin kutusu 2">
            <a:extLst>
              <a:ext uri="{FF2B5EF4-FFF2-40B4-BE49-F238E27FC236}">
                <a16:creationId xmlns:a16="http://schemas.microsoft.com/office/drawing/2014/main" id="{B1911E9B-2485-6F56-9BDB-357DF62695A4}"/>
              </a:ext>
            </a:extLst>
          </p:cNvPr>
          <p:cNvSpPr txBox="1"/>
          <p:nvPr/>
        </p:nvSpPr>
        <p:spPr>
          <a:xfrm>
            <a:off x="533400" y="812800"/>
            <a:ext cx="11125200" cy="461665"/>
          </a:xfrm>
          <a:prstGeom prst="rect">
            <a:avLst/>
          </a:prstGeom>
          <a:noFill/>
        </p:spPr>
        <p:txBody>
          <a:bodyPr vert="horz" wrap="square" lIns="0" tIns="0" rIns="0" bIns="0" rtlCol="0">
            <a:spAutoFit/>
          </a:bodyPr>
          <a:lstStyle/>
          <a:p>
            <a:r>
              <a:rPr lang="tr-TR" sz="3000" b="1">
                <a:solidFill>
                  <a:srgbClr val="292321"/>
                </a:solidFill>
                <a:latin typeface="Aptos" panose="020B0004020202020204" pitchFamily="34" charset="0"/>
              </a:rPr>
              <a:t>ANILAR nedir, ne yapar?</a:t>
            </a:r>
          </a:p>
        </p:txBody>
      </p:sp>
      <p:sp>
        <p:nvSpPr>
          <p:cNvPr id="4" name="Dikdörtgen 3">
            <a:extLst>
              <a:ext uri="{FF2B5EF4-FFF2-40B4-BE49-F238E27FC236}">
                <a16:creationId xmlns:a16="http://schemas.microsoft.com/office/drawing/2014/main" id="{CE0B8BB4-A43E-7DBE-1123-7158471FD174}"/>
              </a:ext>
            </a:extLst>
          </p:cNvPr>
          <p:cNvSpPr/>
          <p:nvPr/>
        </p:nvSpPr>
        <p:spPr>
          <a:xfrm>
            <a:off x="533400" y="6375400"/>
            <a:ext cx="11125200" cy="12700"/>
          </a:xfrm>
          <a:prstGeom prst="rect">
            <a:avLst/>
          </a:prstGeom>
          <a:solidFill>
            <a:srgbClr val="E5DAD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5" name="Metin kutusu 4">
            <a:extLst>
              <a:ext uri="{FF2B5EF4-FFF2-40B4-BE49-F238E27FC236}">
                <a16:creationId xmlns:a16="http://schemas.microsoft.com/office/drawing/2014/main" id="{A3884E87-29F8-8154-7B80-536D369A6747}"/>
              </a:ext>
            </a:extLst>
          </p:cNvPr>
          <p:cNvSpPr txBox="1"/>
          <p:nvPr/>
        </p:nvSpPr>
        <p:spPr>
          <a:xfrm>
            <a:off x="533400" y="6502400"/>
            <a:ext cx="8890000" cy="138499"/>
          </a:xfrm>
          <a:prstGeom prst="rect">
            <a:avLst/>
          </a:prstGeom>
          <a:noFill/>
        </p:spPr>
        <p:txBody>
          <a:bodyPr vert="horz" wrap="square" lIns="0" tIns="0" rIns="0" bIns="0" rtlCol="0">
            <a:spAutoFit/>
          </a:bodyPr>
          <a:lstStyle/>
          <a:p>
            <a:r>
              <a:rPr lang="tr-TR" sz="900">
                <a:solidFill>
                  <a:srgbClr val="726760"/>
                </a:solidFill>
                <a:latin typeface="Aptos" panose="020B0004020202020204" pitchFamily="34" charset="0"/>
              </a:rPr>
              <a:t>ANILAR / SİSTEM VE AMAÇ</a:t>
            </a:r>
          </a:p>
        </p:txBody>
      </p:sp>
      <p:sp>
        <p:nvSpPr>
          <p:cNvPr id="6" name="Metin kutusu 5">
            <a:extLst>
              <a:ext uri="{FF2B5EF4-FFF2-40B4-BE49-F238E27FC236}">
                <a16:creationId xmlns:a16="http://schemas.microsoft.com/office/drawing/2014/main" id="{73FE51E6-27C8-740A-3481-6CA6AB6E7B54}"/>
              </a:ext>
            </a:extLst>
          </p:cNvPr>
          <p:cNvSpPr txBox="1"/>
          <p:nvPr/>
        </p:nvSpPr>
        <p:spPr>
          <a:xfrm>
            <a:off x="11277600" y="6502400"/>
            <a:ext cx="381000" cy="138499"/>
          </a:xfrm>
          <a:prstGeom prst="rect">
            <a:avLst/>
          </a:prstGeom>
          <a:noFill/>
        </p:spPr>
        <p:txBody>
          <a:bodyPr vert="horz" wrap="square" lIns="0" tIns="0" rIns="0" bIns="0" rtlCol="0">
            <a:spAutoFit/>
          </a:bodyPr>
          <a:lstStyle/>
          <a:p>
            <a:r>
              <a:rPr lang="tr-TR" sz="900">
                <a:solidFill>
                  <a:srgbClr val="726760"/>
                </a:solidFill>
                <a:latin typeface="Aptos" panose="020B0004020202020204" pitchFamily="34" charset="0"/>
              </a:rPr>
              <a:t>02</a:t>
            </a:r>
          </a:p>
        </p:txBody>
      </p:sp>
      <p:sp>
        <p:nvSpPr>
          <p:cNvPr id="7" name="Metin kutusu 6">
            <a:extLst>
              <a:ext uri="{FF2B5EF4-FFF2-40B4-BE49-F238E27FC236}">
                <a16:creationId xmlns:a16="http://schemas.microsoft.com/office/drawing/2014/main" id="{5FB36517-C5EE-2F38-367D-EC9AF04C3565}"/>
              </a:ext>
            </a:extLst>
          </p:cNvPr>
          <p:cNvSpPr txBox="1"/>
          <p:nvPr/>
        </p:nvSpPr>
        <p:spPr>
          <a:xfrm>
            <a:off x="533400" y="1968500"/>
            <a:ext cx="11125200" cy="446276"/>
          </a:xfrm>
          <a:prstGeom prst="rect">
            <a:avLst/>
          </a:prstGeom>
          <a:noFill/>
        </p:spPr>
        <p:txBody>
          <a:bodyPr vert="horz" wrap="square" lIns="0" tIns="0" rIns="0" bIns="0" rtlCol="0">
            <a:spAutoFit/>
          </a:bodyPr>
          <a:lstStyle/>
          <a:p>
            <a:r>
              <a:rPr lang="tr-TR" sz="2900" b="1">
                <a:solidFill>
                  <a:srgbClr val="9B292E"/>
                </a:solidFill>
                <a:latin typeface="Aptos" panose="020B0004020202020204" pitchFamily="34" charset="0"/>
              </a:rPr>
              <a:t>Misafirlerin gözünden organizasyonun hikâyesini bir araya getirir.</a:t>
            </a:r>
          </a:p>
        </p:txBody>
      </p:sp>
      <p:sp>
        <p:nvSpPr>
          <p:cNvPr id="8" name="Metin kutusu 7">
            <a:extLst>
              <a:ext uri="{FF2B5EF4-FFF2-40B4-BE49-F238E27FC236}">
                <a16:creationId xmlns:a16="http://schemas.microsoft.com/office/drawing/2014/main" id="{C44DA8A2-5F3E-71A7-37C7-B81CC3D47B99}"/>
              </a:ext>
            </a:extLst>
          </p:cNvPr>
          <p:cNvSpPr txBox="1"/>
          <p:nvPr/>
        </p:nvSpPr>
        <p:spPr>
          <a:xfrm>
            <a:off x="533400" y="3314700"/>
            <a:ext cx="11125200" cy="707886"/>
          </a:xfrm>
          <a:prstGeom prst="rect">
            <a:avLst/>
          </a:prstGeom>
          <a:noFill/>
        </p:spPr>
        <p:txBody>
          <a:bodyPr vert="horz" wrap="square" lIns="0" tIns="0" rIns="0" bIns="0" rtlCol="0">
            <a:spAutoFit/>
          </a:bodyPr>
          <a:lstStyle/>
          <a:p>
            <a:r>
              <a:rPr lang="tr-TR" sz="2300">
                <a:solidFill>
                  <a:srgbClr val="292321"/>
                </a:solidFill>
                <a:latin typeface="Aptos" panose="020B0004020202020204" pitchFamily="34" charset="0"/>
              </a:rPr>
              <a:t>ANILAR; misafirlerin çektiği fotoğraf, video ve mesajları QR kod aracılığıyla organizasyona özel bir dijital albümde toplayan sistemdir.</a:t>
            </a:r>
          </a:p>
        </p:txBody>
      </p:sp>
      <p:sp>
        <p:nvSpPr>
          <p:cNvPr id="9" name="Dikdörtgen 8">
            <a:extLst>
              <a:ext uri="{FF2B5EF4-FFF2-40B4-BE49-F238E27FC236}">
                <a16:creationId xmlns:a16="http://schemas.microsoft.com/office/drawing/2014/main" id="{D92CE6C3-9F3E-0BC2-10B1-E4C7C20A0BE4}"/>
              </a:ext>
            </a:extLst>
          </p:cNvPr>
          <p:cNvSpPr/>
          <p:nvPr/>
        </p:nvSpPr>
        <p:spPr>
          <a:xfrm>
            <a:off x="533400" y="4775200"/>
            <a:ext cx="11125200" cy="12954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0" name="Metin kutusu 9">
            <a:extLst>
              <a:ext uri="{FF2B5EF4-FFF2-40B4-BE49-F238E27FC236}">
                <a16:creationId xmlns:a16="http://schemas.microsoft.com/office/drawing/2014/main" id="{86F723CF-BE95-F558-0037-6D02AB690819}"/>
              </a:ext>
            </a:extLst>
          </p:cNvPr>
          <p:cNvSpPr txBox="1"/>
          <p:nvPr/>
        </p:nvSpPr>
        <p:spPr>
          <a:xfrm>
            <a:off x="762000" y="4965700"/>
            <a:ext cx="2540000" cy="307777"/>
          </a:xfrm>
          <a:prstGeom prst="rect">
            <a:avLst/>
          </a:prstGeom>
          <a:noFill/>
        </p:spPr>
        <p:txBody>
          <a:bodyPr vert="horz" wrap="square" lIns="0" tIns="0" rIns="0" bIns="0" rtlCol="0">
            <a:spAutoFit/>
          </a:bodyPr>
          <a:lstStyle/>
          <a:p>
            <a:r>
              <a:rPr lang="tr-TR" sz="2000" b="1">
                <a:solidFill>
                  <a:srgbClr val="9B292E"/>
                </a:solidFill>
                <a:latin typeface="Aptos" panose="020B0004020202020204" pitchFamily="34" charset="0"/>
              </a:rPr>
              <a:t>Amacımız</a:t>
            </a:r>
          </a:p>
        </p:txBody>
      </p:sp>
      <p:sp>
        <p:nvSpPr>
          <p:cNvPr id="11" name="Metin kutusu 10">
            <a:extLst>
              <a:ext uri="{FF2B5EF4-FFF2-40B4-BE49-F238E27FC236}">
                <a16:creationId xmlns:a16="http://schemas.microsoft.com/office/drawing/2014/main" id="{9BB2D59F-5679-9001-8710-881F736C8B32}"/>
              </a:ext>
            </a:extLst>
          </p:cNvPr>
          <p:cNvSpPr txBox="1"/>
          <p:nvPr/>
        </p:nvSpPr>
        <p:spPr>
          <a:xfrm>
            <a:off x="762000" y="5448300"/>
            <a:ext cx="10604500" cy="553998"/>
          </a:xfrm>
          <a:prstGeom prst="rect">
            <a:avLst/>
          </a:prstGeom>
          <a:noFill/>
        </p:spPr>
        <p:txBody>
          <a:bodyPr vert="horz" wrap="square" lIns="0" tIns="0" rIns="0" bIns="0" rtlCol="0">
            <a:spAutoFit/>
          </a:bodyPr>
          <a:lstStyle/>
          <a:p>
            <a:r>
              <a:rPr lang="tr-TR">
                <a:solidFill>
                  <a:srgbClr val="292321"/>
                </a:solidFill>
                <a:latin typeface="Aptos" panose="020B0004020202020204" pitchFamily="34" charset="0"/>
              </a:rPr>
              <a:t>Farklı telefonlarda kalan anıları toplama işini kolaylaştırmak; profesyonel çekimleri misafirlerin yakaladığı doğal anlarla tamamlamak.</a:t>
            </a:r>
          </a:p>
        </p:txBody>
      </p:sp>
    </p:spTree>
    <p:extLst>
      <p:ext uri="{BB962C8B-B14F-4D97-AF65-F5344CB8AC3E}">
        <p14:creationId xmlns:p14="http://schemas.microsoft.com/office/powerpoint/2010/main" val="40530700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BF7F0"/>
        </a:solidFill>
        <a:effectLst/>
      </p:bgPr>
    </p:bg>
    <p:spTree>
      <p:nvGrpSpPr>
        <p:cNvPr id="1" name=""/>
        <p:cNvGrpSpPr/>
        <p:nvPr/>
      </p:nvGrpSpPr>
      <p:grpSpPr>
        <a:xfrm>
          <a:off x="0" y="0"/>
          <a:ext cx="0" cy="0"/>
          <a:chOff x="0" y="0"/>
          <a:chExt cx="0" cy="0"/>
        </a:xfrm>
      </p:grpSpPr>
      <p:sp>
        <p:nvSpPr>
          <p:cNvPr id="2" name="Metin kutusu 1">
            <a:extLst>
              <a:ext uri="{FF2B5EF4-FFF2-40B4-BE49-F238E27FC236}">
                <a16:creationId xmlns:a16="http://schemas.microsoft.com/office/drawing/2014/main" id="{7D57BF64-4FE5-8E04-7197-EE258577F3E6}"/>
              </a:ext>
            </a:extLst>
          </p:cNvPr>
          <p:cNvSpPr txBox="1"/>
          <p:nvPr/>
        </p:nvSpPr>
        <p:spPr>
          <a:xfrm>
            <a:off x="533400" y="342900"/>
            <a:ext cx="11125200" cy="169277"/>
          </a:xfrm>
          <a:prstGeom prst="rect">
            <a:avLst/>
          </a:prstGeom>
          <a:noFill/>
        </p:spPr>
        <p:txBody>
          <a:bodyPr vert="horz" wrap="square" lIns="0" tIns="0" rIns="0" bIns="0" rtlCol="0">
            <a:spAutoFit/>
          </a:bodyPr>
          <a:lstStyle/>
          <a:p>
            <a:r>
              <a:rPr lang="tr-TR" sz="1100" b="1">
                <a:solidFill>
                  <a:srgbClr val="9B292E"/>
                </a:solidFill>
                <a:latin typeface="Aptos" panose="020B0004020202020204" pitchFamily="34" charset="0"/>
              </a:rPr>
              <a:t>NASIL ÇALIŞIR?</a:t>
            </a:r>
          </a:p>
        </p:txBody>
      </p:sp>
      <p:sp>
        <p:nvSpPr>
          <p:cNvPr id="3" name="Metin kutusu 2">
            <a:extLst>
              <a:ext uri="{FF2B5EF4-FFF2-40B4-BE49-F238E27FC236}">
                <a16:creationId xmlns:a16="http://schemas.microsoft.com/office/drawing/2014/main" id="{1F593E99-4EFA-40B2-B710-785FA954BD7D}"/>
              </a:ext>
            </a:extLst>
          </p:cNvPr>
          <p:cNvSpPr txBox="1"/>
          <p:nvPr/>
        </p:nvSpPr>
        <p:spPr>
          <a:xfrm>
            <a:off x="533400" y="812800"/>
            <a:ext cx="11125200" cy="461665"/>
          </a:xfrm>
          <a:prstGeom prst="rect">
            <a:avLst/>
          </a:prstGeom>
          <a:noFill/>
        </p:spPr>
        <p:txBody>
          <a:bodyPr vert="horz" wrap="square" lIns="0" tIns="0" rIns="0" bIns="0" rtlCol="0">
            <a:spAutoFit/>
          </a:bodyPr>
          <a:lstStyle/>
          <a:p>
            <a:r>
              <a:rPr lang="tr-TR" sz="3000" b="1">
                <a:solidFill>
                  <a:srgbClr val="292321"/>
                </a:solidFill>
                <a:latin typeface="Aptos" panose="020B0004020202020204" pitchFamily="34" charset="0"/>
              </a:rPr>
              <a:t>Bir QR koddan özel albüme, beş adım.</a:t>
            </a:r>
          </a:p>
        </p:txBody>
      </p:sp>
      <p:sp>
        <p:nvSpPr>
          <p:cNvPr id="4" name="Dikdörtgen 3">
            <a:extLst>
              <a:ext uri="{FF2B5EF4-FFF2-40B4-BE49-F238E27FC236}">
                <a16:creationId xmlns:a16="http://schemas.microsoft.com/office/drawing/2014/main" id="{E11ACBFC-7ACC-AC29-6038-20B7E211189E}"/>
              </a:ext>
            </a:extLst>
          </p:cNvPr>
          <p:cNvSpPr/>
          <p:nvPr/>
        </p:nvSpPr>
        <p:spPr>
          <a:xfrm>
            <a:off x="533400" y="6375400"/>
            <a:ext cx="11125200" cy="12700"/>
          </a:xfrm>
          <a:prstGeom prst="rect">
            <a:avLst/>
          </a:prstGeom>
          <a:solidFill>
            <a:srgbClr val="E5DAD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5" name="Metin kutusu 4">
            <a:extLst>
              <a:ext uri="{FF2B5EF4-FFF2-40B4-BE49-F238E27FC236}">
                <a16:creationId xmlns:a16="http://schemas.microsoft.com/office/drawing/2014/main" id="{2C015708-09D5-8A7C-5394-3CAE32CAC450}"/>
              </a:ext>
            </a:extLst>
          </p:cNvPr>
          <p:cNvSpPr txBox="1"/>
          <p:nvPr/>
        </p:nvSpPr>
        <p:spPr>
          <a:xfrm>
            <a:off x="533400" y="6502400"/>
            <a:ext cx="8890000" cy="138499"/>
          </a:xfrm>
          <a:prstGeom prst="rect">
            <a:avLst/>
          </a:prstGeom>
          <a:noFill/>
        </p:spPr>
        <p:txBody>
          <a:bodyPr vert="horz" wrap="square" lIns="0" tIns="0" rIns="0" bIns="0" rtlCol="0">
            <a:spAutoFit/>
          </a:bodyPr>
          <a:lstStyle/>
          <a:p>
            <a:r>
              <a:rPr lang="tr-TR" sz="900">
                <a:solidFill>
                  <a:srgbClr val="726760"/>
                </a:solidFill>
                <a:latin typeface="Aptos" panose="020B0004020202020204" pitchFamily="34" charset="0"/>
              </a:rPr>
              <a:t>ANILAR / SİSTEM VE AMAÇ</a:t>
            </a:r>
          </a:p>
        </p:txBody>
      </p:sp>
      <p:sp>
        <p:nvSpPr>
          <p:cNvPr id="6" name="Metin kutusu 5">
            <a:extLst>
              <a:ext uri="{FF2B5EF4-FFF2-40B4-BE49-F238E27FC236}">
                <a16:creationId xmlns:a16="http://schemas.microsoft.com/office/drawing/2014/main" id="{87EB252E-9E1F-723E-519F-4316B5414C12}"/>
              </a:ext>
            </a:extLst>
          </p:cNvPr>
          <p:cNvSpPr txBox="1"/>
          <p:nvPr/>
        </p:nvSpPr>
        <p:spPr>
          <a:xfrm>
            <a:off x="11277600" y="6502400"/>
            <a:ext cx="381000" cy="138499"/>
          </a:xfrm>
          <a:prstGeom prst="rect">
            <a:avLst/>
          </a:prstGeom>
          <a:noFill/>
        </p:spPr>
        <p:txBody>
          <a:bodyPr vert="horz" wrap="square" lIns="0" tIns="0" rIns="0" bIns="0" rtlCol="0">
            <a:spAutoFit/>
          </a:bodyPr>
          <a:lstStyle/>
          <a:p>
            <a:r>
              <a:rPr lang="tr-TR" sz="900">
                <a:solidFill>
                  <a:srgbClr val="726760"/>
                </a:solidFill>
                <a:latin typeface="Aptos" panose="020B0004020202020204" pitchFamily="34" charset="0"/>
              </a:rPr>
              <a:t>03</a:t>
            </a:r>
          </a:p>
        </p:txBody>
      </p:sp>
      <p:sp>
        <p:nvSpPr>
          <p:cNvPr id="7" name="Dikdörtgen 6">
            <a:extLst>
              <a:ext uri="{FF2B5EF4-FFF2-40B4-BE49-F238E27FC236}">
                <a16:creationId xmlns:a16="http://schemas.microsoft.com/office/drawing/2014/main" id="{C5728764-CFB6-161E-7E24-5A7BF39C2D46}"/>
              </a:ext>
            </a:extLst>
          </p:cNvPr>
          <p:cNvSpPr/>
          <p:nvPr/>
        </p:nvSpPr>
        <p:spPr>
          <a:xfrm>
            <a:off x="533400" y="1816100"/>
            <a:ext cx="495300" cy="495300"/>
          </a:xfrm>
          <a:prstGeom prst="rect">
            <a:avLst/>
          </a:prstGeom>
          <a:solidFill>
            <a:srgbClr val="9B29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8" name="Metin kutusu 7">
            <a:extLst>
              <a:ext uri="{FF2B5EF4-FFF2-40B4-BE49-F238E27FC236}">
                <a16:creationId xmlns:a16="http://schemas.microsoft.com/office/drawing/2014/main" id="{8B079992-9D7C-69F1-A399-D56A51DFCDBA}"/>
              </a:ext>
            </a:extLst>
          </p:cNvPr>
          <p:cNvSpPr txBox="1"/>
          <p:nvPr/>
        </p:nvSpPr>
        <p:spPr>
          <a:xfrm>
            <a:off x="685800" y="1879600"/>
            <a:ext cx="304800" cy="338554"/>
          </a:xfrm>
          <a:prstGeom prst="rect">
            <a:avLst/>
          </a:prstGeom>
          <a:noFill/>
        </p:spPr>
        <p:txBody>
          <a:bodyPr vert="horz" wrap="square" lIns="0" tIns="0" rIns="0" bIns="0" rtlCol="0">
            <a:spAutoFit/>
          </a:bodyPr>
          <a:lstStyle/>
          <a:p>
            <a:r>
              <a:rPr lang="tr-TR" sz="2200" b="1">
                <a:solidFill>
                  <a:srgbClr val="FFFFFF"/>
                </a:solidFill>
                <a:latin typeface="Aptos" panose="020B0004020202020204" pitchFamily="34" charset="0"/>
              </a:rPr>
              <a:t>1</a:t>
            </a:r>
          </a:p>
        </p:txBody>
      </p:sp>
      <p:sp>
        <p:nvSpPr>
          <p:cNvPr id="9" name="Metin kutusu 8">
            <a:extLst>
              <a:ext uri="{FF2B5EF4-FFF2-40B4-BE49-F238E27FC236}">
                <a16:creationId xmlns:a16="http://schemas.microsoft.com/office/drawing/2014/main" id="{82E79B3C-0B50-29C5-5EF6-23A8538717B9}"/>
              </a:ext>
            </a:extLst>
          </p:cNvPr>
          <p:cNvSpPr txBox="1"/>
          <p:nvPr/>
        </p:nvSpPr>
        <p:spPr>
          <a:xfrm>
            <a:off x="1295400" y="1816100"/>
            <a:ext cx="10160000" cy="307777"/>
          </a:xfrm>
          <a:prstGeom prst="rect">
            <a:avLst/>
          </a:prstGeom>
          <a:noFill/>
        </p:spPr>
        <p:txBody>
          <a:bodyPr vert="horz" wrap="square" lIns="0" tIns="0" rIns="0" bIns="0" rtlCol="0">
            <a:spAutoFit/>
          </a:bodyPr>
          <a:lstStyle/>
          <a:p>
            <a:r>
              <a:rPr lang="tr-TR" sz="2000" b="1">
                <a:solidFill>
                  <a:srgbClr val="292321"/>
                </a:solidFill>
                <a:latin typeface="Aptos" panose="020B0004020202020204" pitchFamily="34" charset="0"/>
              </a:rPr>
              <a:t>Organizasyona özel sayfa</a:t>
            </a:r>
          </a:p>
        </p:txBody>
      </p:sp>
      <p:sp>
        <p:nvSpPr>
          <p:cNvPr id="10" name="Metin kutusu 9">
            <a:extLst>
              <a:ext uri="{FF2B5EF4-FFF2-40B4-BE49-F238E27FC236}">
                <a16:creationId xmlns:a16="http://schemas.microsoft.com/office/drawing/2014/main" id="{995ABD4C-CD2C-6336-6EC4-FA250F723615}"/>
              </a:ext>
            </a:extLst>
          </p:cNvPr>
          <p:cNvSpPr txBox="1"/>
          <p:nvPr/>
        </p:nvSpPr>
        <p:spPr>
          <a:xfrm>
            <a:off x="1295400" y="2184400"/>
            <a:ext cx="10160000" cy="246221"/>
          </a:xfrm>
          <a:prstGeom prst="rect">
            <a:avLst/>
          </a:prstGeom>
          <a:noFill/>
        </p:spPr>
        <p:txBody>
          <a:bodyPr vert="horz" wrap="square" lIns="0" tIns="0" rIns="0" bIns="0" rtlCol="0">
            <a:spAutoFit/>
          </a:bodyPr>
          <a:lstStyle/>
          <a:p>
            <a:r>
              <a:rPr lang="tr-TR" sz="1600">
                <a:solidFill>
                  <a:srgbClr val="726760"/>
                </a:solidFill>
                <a:latin typeface="Aptos" panose="020B0004020202020204" pitchFamily="34" charset="0"/>
              </a:rPr>
              <a:t>İsim, tarih, kapak görselleri ve karşılama mesajı hazırlanır.</a:t>
            </a:r>
          </a:p>
        </p:txBody>
      </p:sp>
      <p:sp>
        <p:nvSpPr>
          <p:cNvPr id="11" name="Dikdörtgen 10">
            <a:extLst>
              <a:ext uri="{FF2B5EF4-FFF2-40B4-BE49-F238E27FC236}">
                <a16:creationId xmlns:a16="http://schemas.microsoft.com/office/drawing/2014/main" id="{CDE9E89F-4A29-887C-DA2A-86203E397AF8}"/>
              </a:ext>
            </a:extLst>
          </p:cNvPr>
          <p:cNvSpPr/>
          <p:nvPr/>
        </p:nvSpPr>
        <p:spPr>
          <a:xfrm>
            <a:off x="533400" y="2603500"/>
            <a:ext cx="495300" cy="495300"/>
          </a:xfrm>
          <a:prstGeom prst="rect">
            <a:avLst/>
          </a:prstGeom>
          <a:solidFill>
            <a:srgbClr val="9B29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2" name="Metin kutusu 11">
            <a:extLst>
              <a:ext uri="{FF2B5EF4-FFF2-40B4-BE49-F238E27FC236}">
                <a16:creationId xmlns:a16="http://schemas.microsoft.com/office/drawing/2014/main" id="{03419DFF-738E-CF51-68C5-8C041B1FB330}"/>
              </a:ext>
            </a:extLst>
          </p:cNvPr>
          <p:cNvSpPr txBox="1"/>
          <p:nvPr/>
        </p:nvSpPr>
        <p:spPr>
          <a:xfrm>
            <a:off x="685800" y="2667000"/>
            <a:ext cx="304800" cy="338554"/>
          </a:xfrm>
          <a:prstGeom prst="rect">
            <a:avLst/>
          </a:prstGeom>
          <a:noFill/>
        </p:spPr>
        <p:txBody>
          <a:bodyPr vert="horz" wrap="square" lIns="0" tIns="0" rIns="0" bIns="0" rtlCol="0">
            <a:spAutoFit/>
          </a:bodyPr>
          <a:lstStyle/>
          <a:p>
            <a:r>
              <a:rPr lang="tr-TR" sz="2200" b="1">
                <a:solidFill>
                  <a:srgbClr val="FFFFFF"/>
                </a:solidFill>
                <a:latin typeface="Aptos" panose="020B0004020202020204" pitchFamily="34" charset="0"/>
              </a:rPr>
              <a:t>2</a:t>
            </a:r>
          </a:p>
        </p:txBody>
      </p:sp>
      <p:sp>
        <p:nvSpPr>
          <p:cNvPr id="13" name="Metin kutusu 12">
            <a:extLst>
              <a:ext uri="{FF2B5EF4-FFF2-40B4-BE49-F238E27FC236}">
                <a16:creationId xmlns:a16="http://schemas.microsoft.com/office/drawing/2014/main" id="{5A88BEE3-3C2D-2455-3F6B-BA4BE3B15933}"/>
              </a:ext>
            </a:extLst>
          </p:cNvPr>
          <p:cNvSpPr txBox="1"/>
          <p:nvPr/>
        </p:nvSpPr>
        <p:spPr>
          <a:xfrm>
            <a:off x="1295400" y="2603500"/>
            <a:ext cx="10160000" cy="307777"/>
          </a:xfrm>
          <a:prstGeom prst="rect">
            <a:avLst/>
          </a:prstGeom>
          <a:noFill/>
        </p:spPr>
        <p:txBody>
          <a:bodyPr vert="horz" wrap="square" lIns="0" tIns="0" rIns="0" bIns="0" rtlCol="0">
            <a:spAutoFit/>
          </a:bodyPr>
          <a:lstStyle/>
          <a:p>
            <a:r>
              <a:rPr lang="tr-TR" sz="2000" b="1">
                <a:solidFill>
                  <a:srgbClr val="292321"/>
                </a:solidFill>
                <a:latin typeface="Aptos" panose="020B0004020202020204" pitchFamily="34" charset="0"/>
              </a:rPr>
              <a:t>Masada QR kartı</a:t>
            </a:r>
          </a:p>
        </p:txBody>
      </p:sp>
      <p:sp>
        <p:nvSpPr>
          <p:cNvPr id="14" name="Metin kutusu 13">
            <a:extLst>
              <a:ext uri="{FF2B5EF4-FFF2-40B4-BE49-F238E27FC236}">
                <a16:creationId xmlns:a16="http://schemas.microsoft.com/office/drawing/2014/main" id="{E92DE95D-973C-BA2F-F188-E169A762CD30}"/>
              </a:ext>
            </a:extLst>
          </p:cNvPr>
          <p:cNvSpPr txBox="1"/>
          <p:nvPr/>
        </p:nvSpPr>
        <p:spPr>
          <a:xfrm>
            <a:off x="1295400" y="2971800"/>
            <a:ext cx="10160000" cy="246221"/>
          </a:xfrm>
          <a:prstGeom prst="rect">
            <a:avLst/>
          </a:prstGeom>
          <a:noFill/>
        </p:spPr>
        <p:txBody>
          <a:bodyPr vert="horz" wrap="square" lIns="0" tIns="0" rIns="0" bIns="0" rtlCol="0">
            <a:spAutoFit/>
          </a:bodyPr>
          <a:lstStyle/>
          <a:p>
            <a:r>
              <a:rPr lang="tr-TR" sz="1600">
                <a:solidFill>
                  <a:srgbClr val="726760"/>
                </a:solidFill>
                <a:latin typeface="Aptos" panose="020B0004020202020204" pitchFamily="34" charset="0"/>
              </a:rPr>
              <a:t>Organizasyona özel bağlantı, tasarıma uygun kartlara basılır.</a:t>
            </a:r>
          </a:p>
        </p:txBody>
      </p:sp>
      <p:sp>
        <p:nvSpPr>
          <p:cNvPr id="15" name="Dikdörtgen 14">
            <a:extLst>
              <a:ext uri="{FF2B5EF4-FFF2-40B4-BE49-F238E27FC236}">
                <a16:creationId xmlns:a16="http://schemas.microsoft.com/office/drawing/2014/main" id="{55D2070D-0BC5-EC09-AB68-6B9CBCA4D5FE}"/>
              </a:ext>
            </a:extLst>
          </p:cNvPr>
          <p:cNvSpPr/>
          <p:nvPr/>
        </p:nvSpPr>
        <p:spPr>
          <a:xfrm>
            <a:off x="533400" y="3390900"/>
            <a:ext cx="495300" cy="495300"/>
          </a:xfrm>
          <a:prstGeom prst="rect">
            <a:avLst/>
          </a:prstGeom>
          <a:solidFill>
            <a:srgbClr val="9B29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6" name="Metin kutusu 15">
            <a:extLst>
              <a:ext uri="{FF2B5EF4-FFF2-40B4-BE49-F238E27FC236}">
                <a16:creationId xmlns:a16="http://schemas.microsoft.com/office/drawing/2014/main" id="{C13A7FFC-047B-415C-4B4A-26AACCC7DA5A}"/>
              </a:ext>
            </a:extLst>
          </p:cNvPr>
          <p:cNvSpPr txBox="1"/>
          <p:nvPr/>
        </p:nvSpPr>
        <p:spPr>
          <a:xfrm>
            <a:off x="685800" y="3454400"/>
            <a:ext cx="304800" cy="338554"/>
          </a:xfrm>
          <a:prstGeom prst="rect">
            <a:avLst/>
          </a:prstGeom>
          <a:noFill/>
        </p:spPr>
        <p:txBody>
          <a:bodyPr vert="horz" wrap="square" lIns="0" tIns="0" rIns="0" bIns="0" rtlCol="0">
            <a:spAutoFit/>
          </a:bodyPr>
          <a:lstStyle/>
          <a:p>
            <a:r>
              <a:rPr lang="tr-TR" sz="2200" b="1">
                <a:solidFill>
                  <a:srgbClr val="FFFFFF"/>
                </a:solidFill>
                <a:latin typeface="Aptos" panose="020B0004020202020204" pitchFamily="34" charset="0"/>
              </a:rPr>
              <a:t>3</a:t>
            </a:r>
          </a:p>
        </p:txBody>
      </p:sp>
      <p:sp>
        <p:nvSpPr>
          <p:cNvPr id="17" name="Metin kutusu 16">
            <a:extLst>
              <a:ext uri="{FF2B5EF4-FFF2-40B4-BE49-F238E27FC236}">
                <a16:creationId xmlns:a16="http://schemas.microsoft.com/office/drawing/2014/main" id="{E230CBFB-A818-8396-8483-FDDEEA65A0F4}"/>
              </a:ext>
            </a:extLst>
          </p:cNvPr>
          <p:cNvSpPr txBox="1"/>
          <p:nvPr/>
        </p:nvSpPr>
        <p:spPr>
          <a:xfrm>
            <a:off x="1295400" y="3390900"/>
            <a:ext cx="10160000" cy="307777"/>
          </a:xfrm>
          <a:prstGeom prst="rect">
            <a:avLst/>
          </a:prstGeom>
          <a:noFill/>
        </p:spPr>
        <p:txBody>
          <a:bodyPr vert="horz" wrap="square" lIns="0" tIns="0" rIns="0" bIns="0" rtlCol="0">
            <a:spAutoFit/>
          </a:bodyPr>
          <a:lstStyle/>
          <a:p>
            <a:r>
              <a:rPr lang="tr-TR" sz="2000" b="1">
                <a:solidFill>
                  <a:srgbClr val="292321"/>
                </a:solidFill>
                <a:latin typeface="Aptos" panose="020B0004020202020204" pitchFamily="34" charset="0"/>
              </a:rPr>
              <a:t>Kolay erişim</a:t>
            </a:r>
          </a:p>
        </p:txBody>
      </p:sp>
      <p:sp>
        <p:nvSpPr>
          <p:cNvPr id="18" name="Metin kutusu 17">
            <a:extLst>
              <a:ext uri="{FF2B5EF4-FFF2-40B4-BE49-F238E27FC236}">
                <a16:creationId xmlns:a16="http://schemas.microsoft.com/office/drawing/2014/main" id="{CEC3A5FA-4861-A85A-41F8-17EB9DA54398}"/>
              </a:ext>
            </a:extLst>
          </p:cNvPr>
          <p:cNvSpPr txBox="1"/>
          <p:nvPr/>
        </p:nvSpPr>
        <p:spPr>
          <a:xfrm>
            <a:off x="1295400" y="3759200"/>
            <a:ext cx="10160000" cy="246221"/>
          </a:xfrm>
          <a:prstGeom prst="rect">
            <a:avLst/>
          </a:prstGeom>
          <a:noFill/>
        </p:spPr>
        <p:txBody>
          <a:bodyPr vert="horz" wrap="square" lIns="0" tIns="0" rIns="0" bIns="0" rtlCol="0">
            <a:spAutoFit/>
          </a:bodyPr>
          <a:lstStyle/>
          <a:p>
            <a:r>
              <a:rPr lang="tr-TR" sz="1600">
                <a:solidFill>
                  <a:srgbClr val="726760"/>
                </a:solidFill>
                <a:latin typeface="Aptos" panose="020B0004020202020204" pitchFamily="34" charset="0"/>
              </a:rPr>
              <a:t>Misafirler uygulama indirmeden, üyelik açmadan sayfayı açar.</a:t>
            </a:r>
          </a:p>
        </p:txBody>
      </p:sp>
      <p:sp>
        <p:nvSpPr>
          <p:cNvPr id="19" name="Dikdörtgen 18">
            <a:extLst>
              <a:ext uri="{FF2B5EF4-FFF2-40B4-BE49-F238E27FC236}">
                <a16:creationId xmlns:a16="http://schemas.microsoft.com/office/drawing/2014/main" id="{4876AA48-746A-11CF-B52C-904E38E0B706}"/>
              </a:ext>
            </a:extLst>
          </p:cNvPr>
          <p:cNvSpPr/>
          <p:nvPr/>
        </p:nvSpPr>
        <p:spPr>
          <a:xfrm>
            <a:off x="533400" y="4178300"/>
            <a:ext cx="495300" cy="495300"/>
          </a:xfrm>
          <a:prstGeom prst="rect">
            <a:avLst/>
          </a:prstGeom>
          <a:solidFill>
            <a:srgbClr val="9B29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0" name="Metin kutusu 19">
            <a:extLst>
              <a:ext uri="{FF2B5EF4-FFF2-40B4-BE49-F238E27FC236}">
                <a16:creationId xmlns:a16="http://schemas.microsoft.com/office/drawing/2014/main" id="{BDE05216-8481-4F09-7997-4668CA154693}"/>
              </a:ext>
            </a:extLst>
          </p:cNvPr>
          <p:cNvSpPr txBox="1"/>
          <p:nvPr/>
        </p:nvSpPr>
        <p:spPr>
          <a:xfrm>
            <a:off x="685800" y="4241800"/>
            <a:ext cx="304800" cy="338554"/>
          </a:xfrm>
          <a:prstGeom prst="rect">
            <a:avLst/>
          </a:prstGeom>
          <a:noFill/>
        </p:spPr>
        <p:txBody>
          <a:bodyPr vert="horz" wrap="square" lIns="0" tIns="0" rIns="0" bIns="0" rtlCol="0">
            <a:spAutoFit/>
          </a:bodyPr>
          <a:lstStyle/>
          <a:p>
            <a:r>
              <a:rPr lang="tr-TR" sz="2200" b="1">
                <a:solidFill>
                  <a:srgbClr val="FFFFFF"/>
                </a:solidFill>
                <a:latin typeface="Aptos" panose="020B0004020202020204" pitchFamily="34" charset="0"/>
              </a:rPr>
              <a:t>4</a:t>
            </a:r>
          </a:p>
        </p:txBody>
      </p:sp>
      <p:sp>
        <p:nvSpPr>
          <p:cNvPr id="21" name="Metin kutusu 20">
            <a:extLst>
              <a:ext uri="{FF2B5EF4-FFF2-40B4-BE49-F238E27FC236}">
                <a16:creationId xmlns:a16="http://schemas.microsoft.com/office/drawing/2014/main" id="{8E139DE0-BA60-4624-033D-0B931FEA67A5}"/>
              </a:ext>
            </a:extLst>
          </p:cNvPr>
          <p:cNvSpPr txBox="1"/>
          <p:nvPr/>
        </p:nvSpPr>
        <p:spPr>
          <a:xfrm>
            <a:off x="1295400" y="4178300"/>
            <a:ext cx="10160000" cy="307777"/>
          </a:xfrm>
          <a:prstGeom prst="rect">
            <a:avLst/>
          </a:prstGeom>
          <a:noFill/>
        </p:spPr>
        <p:txBody>
          <a:bodyPr vert="horz" wrap="square" lIns="0" tIns="0" rIns="0" bIns="0" rtlCol="0">
            <a:spAutoFit/>
          </a:bodyPr>
          <a:lstStyle/>
          <a:p>
            <a:r>
              <a:rPr lang="tr-TR" sz="2000" b="1">
                <a:solidFill>
                  <a:srgbClr val="292321"/>
                </a:solidFill>
                <a:latin typeface="Aptos" panose="020B0004020202020204" pitchFamily="34" charset="0"/>
              </a:rPr>
              <a:t>Anı paylaşımı</a:t>
            </a:r>
          </a:p>
        </p:txBody>
      </p:sp>
      <p:sp>
        <p:nvSpPr>
          <p:cNvPr id="22" name="Metin kutusu 21">
            <a:extLst>
              <a:ext uri="{FF2B5EF4-FFF2-40B4-BE49-F238E27FC236}">
                <a16:creationId xmlns:a16="http://schemas.microsoft.com/office/drawing/2014/main" id="{4E5260E1-A80E-8A63-EC9E-E9E307BED4BB}"/>
              </a:ext>
            </a:extLst>
          </p:cNvPr>
          <p:cNvSpPr txBox="1"/>
          <p:nvPr/>
        </p:nvSpPr>
        <p:spPr>
          <a:xfrm>
            <a:off x="1295400" y="4546600"/>
            <a:ext cx="10160000" cy="246221"/>
          </a:xfrm>
          <a:prstGeom prst="rect">
            <a:avLst/>
          </a:prstGeom>
          <a:noFill/>
        </p:spPr>
        <p:txBody>
          <a:bodyPr vert="horz" wrap="square" lIns="0" tIns="0" rIns="0" bIns="0" rtlCol="0">
            <a:spAutoFit/>
          </a:bodyPr>
          <a:lstStyle/>
          <a:p>
            <a:r>
              <a:rPr lang="tr-TR" sz="1600">
                <a:solidFill>
                  <a:srgbClr val="726760"/>
                </a:solidFill>
                <a:latin typeface="Aptos" panose="020B0004020202020204" pitchFamily="34" charset="0"/>
              </a:rPr>
              <a:t>Fotoğraf ve video yükler; isterse isim ve mesaj ekler.</a:t>
            </a:r>
          </a:p>
        </p:txBody>
      </p:sp>
      <p:sp>
        <p:nvSpPr>
          <p:cNvPr id="23" name="Dikdörtgen 22">
            <a:extLst>
              <a:ext uri="{FF2B5EF4-FFF2-40B4-BE49-F238E27FC236}">
                <a16:creationId xmlns:a16="http://schemas.microsoft.com/office/drawing/2014/main" id="{88F3DC7A-8BD0-6ADC-9866-C4C797B6C743}"/>
              </a:ext>
            </a:extLst>
          </p:cNvPr>
          <p:cNvSpPr/>
          <p:nvPr/>
        </p:nvSpPr>
        <p:spPr>
          <a:xfrm>
            <a:off x="533400" y="4965700"/>
            <a:ext cx="495300" cy="495300"/>
          </a:xfrm>
          <a:prstGeom prst="rect">
            <a:avLst/>
          </a:prstGeom>
          <a:solidFill>
            <a:srgbClr val="9B29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4" name="Metin kutusu 23">
            <a:extLst>
              <a:ext uri="{FF2B5EF4-FFF2-40B4-BE49-F238E27FC236}">
                <a16:creationId xmlns:a16="http://schemas.microsoft.com/office/drawing/2014/main" id="{E6230FCD-9980-CA61-916B-0929B2DB71FF}"/>
              </a:ext>
            </a:extLst>
          </p:cNvPr>
          <p:cNvSpPr txBox="1"/>
          <p:nvPr/>
        </p:nvSpPr>
        <p:spPr>
          <a:xfrm>
            <a:off x="685800" y="5029200"/>
            <a:ext cx="304800" cy="338554"/>
          </a:xfrm>
          <a:prstGeom prst="rect">
            <a:avLst/>
          </a:prstGeom>
          <a:noFill/>
        </p:spPr>
        <p:txBody>
          <a:bodyPr vert="horz" wrap="square" lIns="0" tIns="0" rIns="0" bIns="0" rtlCol="0">
            <a:spAutoFit/>
          </a:bodyPr>
          <a:lstStyle/>
          <a:p>
            <a:r>
              <a:rPr lang="tr-TR" sz="2200" b="1">
                <a:solidFill>
                  <a:srgbClr val="FFFFFF"/>
                </a:solidFill>
                <a:latin typeface="Aptos" panose="020B0004020202020204" pitchFamily="34" charset="0"/>
              </a:rPr>
              <a:t>5</a:t>
            </a:r>
          </a:p>
        </p:txBody>
      </p:sp>
      <p:sp>
        <p:nvSpPr>
          <p:cNvPr id="25" name="Metin kutusu 24">
            <a:extLst>
              <a:ext uri="{FF2B5EF4-FFF2-40B4-BE49-F238E27FC236}">
                <a16:creationId xmlns:a16="http://schemas.microsoft.com/office/drawing/2014/main" id="{F41CF04D-FD1D-6DD4-7BBB-9BD65891D038}"/>
              </a:ext>
            </a:extLst>
          </p:cNvPr>
          <p:cNvSpPr txBox="1"/>
          <p:nvPr/>
        </p:nvSpPr>
        <p:spPr>
          <a:xfrm>
            <a:off x="1295400" y="4965700"/>
            <a:ext cx="10160000" cy="307777"/>
          </a:xfrm>
          <a:prstGeom prst="rect">
            <a:avLst/>
          </a:prstGeom>
          <a:noFill/>
        </p:spPr>
        <p:txBody>
          <a:bodyPr vert="horz" wrap="square" lIns="0" tIns="0" rIns="0" bIns="0" rtlCol="0">
            <a:spAutoFit/>
          </a:bodyPr>
          <a:lstStyle/>
          <a:p>
            <a:r>
              <a:rPr lang="tr-TR" sz="2000" b="1">
                <a:solidFill>
                  <a:srgbClr val="292321"/>
                </a:solidFill>
                <a:latin typeface="Aptos" panose="020B0004020202020204" pitchFamily="34" charset="0"/>
              </a:rPr>
              <a:t>Özel albüm</a:t>
            </a:r>
          </a:p>
        </p:txBody>
      </p:sp>
      <p:sp>
        <p:nvSpPr>
          <p:cNvPr id="26" name="Metin kutusu 25">
            <a:extLst>
              <a:ext uri="{FF2B5EF4-FFF2-40B4-BE49-F238E27FC236}">
                <a16:creationId xmlns:a16="http://schemas.microsoft.com/office/drawing/2014/main" id="{526B8932-06F5-FA22-4DCC-595E00B31384}"/>
              </a:ext>
            </a:extLst>
          </p:cNvPr>
          <p:cNvSpPr txBox="1"/>
          <p:nvPr/>
        </p:nvSpPr>
        <p:spPr>
          <a:xfrm>
            <a:off x="1295400" y="5334000"/>
            <a:ext cx="10160000" cy="246221"/>
          </a:xfrm>
          <a:prstGeom prst="rect">
            <a:avLst/>
          </a:prstGeom>
          <a:noFill/>
        </p:spPr>
        <p:txBody>
          <a:bodyPr vert="horz" wrap="square" lIns="0" tIns="0" rIns="0" bIns="0" rtlCol="0">
            <a:spAutoFit/>
          </a:bodyPr>
          <a:lstStyle/>
          <a:p>
            <a:r>
              <a:rPr lang="tr-TR" sz="1600">
                <a:solidFill>
                  <a:srgbClr val="726760"/>
                </a:solidFill>
                <a:latin typeface="Aptos" panose="020B0004020202020204" pitchFamily="34" charset="0"/>
              </a:rPr>
              <a:t>Organizasyon sahibi ve yetkililer içerikleri görüntüler, indirir.</a:t>
            </a:r>
          </a:p>
        </p:txBody>
      </p:sp>
      <p:sp>
        <p:nvSpPr>
          <p:cNvPr id="27" name="Metin kutusu 26">
            <a:extLst>
              <a:ext uri="{FF2B5EF4-FFF2-40B4-BE49-F238E27FC236}">
                <a16:creationId xmlns:a16="http://schemas.microsoft.com/office/drawing/2014/main" id="{032EBC7F-85A4-610E-255E-61EA50CEEFF1}"/>
              </a:ext>
            </a:extLst>
          </p:cNvPr>
          <p:cNvSpPr txBox="1"/>
          <p:nvPr/>
        </p:nvSpPr>
        <p:spPr>
          <a:xfrm>
            <a:off x="533400" y="5854700"/>
            <a:ext cx="11125200" cy="184666"/>
          </a:xfrm>
          <a:prstGeom prst="rect">
            <a:avLst/>
          </a:prstGeom>
          <a:noFill/>
        </p:spPr>
        <p:txBody>
          <a:bodyPr vert="horz" wrap="square" lIns="0" tIns="0" rIns="0" bIns="0" rtlCol="0">
            <a:spAutoFit/>
          </a:bodyPr>
          <a:lstStyle/>
          <a:p>
            <a:r>
              <a:rPr lang="tr-TR" sz="1200">
                <a:solidFill>
                  <a:srgbClr val="726760"/>
                </a:solidFill>
                <a:latin typeface="Aptos" panose="020B0004020202020204" pitchFamily="34" charset="0"/>
              </a:rPr>
              <a:t>Misafirler diğer yüklemeleri göremez. Albüme organizasyon sahibi, ilgili işletme ve platform yöneticisi erişebilir.</a:t>
            </a:r>
          </a:p>
        </p:txBody>
      </p:sp>
    </p:spTree>
    <p:extLst>
      <p:ext uri="{BB962C8B-B14F-4D97-AF65-F5344CB8AC3E}">
        <p14:creationId xmlns:p14="http://schemas.microsoft.com/office/powerpoint/2010/main" val="21690931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BF7F0"/>
        </a:solidFill>
        <a:effectLst/>
      </p:bgPr>
    </p:bg>
    <p:spTree>
      <p:nvGrpSpPr>
        <p:cNvPr id="1" name=""/>
        <p:cNvGrpSpPr/>
        <p:nvPr/>
      </p:nvGrpSpPr>
      <p:grpSpPr>
        <a:xfrm>
          <a:off x="0" y="0"/>
          <a:ext cx="0" cy="0"/>
          <a:chOff x="0" y="0"/>
          <a:chExt cx="0" cy="0"/>
        </a:xfrm>
      </p:grpSpPr>
      <p:sp>
        <p:nvSpPr>
          <p:cNvPr id="2" name="Metin kutusu 1">
            <a:extLst>
              <a:ext uri="{FF2B5EF4-FFF2-40B4-BE49-F238E27FC236}">
                <a16:creationId xmlns:a16="http://schemas.microsoft.com/office/drawing/2014/main" id="{F1975315-44B7-71A9-A068-E7B40D236F6A}"/>
              </a:ext>
            </a:extLst>
          </p:cNvPr>
          <p:cNvSpPr txBox="1"/>
          <p:nvPr/>
        </p:nvSpPr>
        <p:spPr>
          <a:xfrm>
            <a:off x="533400" y="342900"/>
            <a:ext cx="11125200" cy="169277"/>
          </a:xfrm>
          <a:prstGeom prst="rect">
            <a:avLst/>
          </a:prstGeom>
          <a:noFill/>
        </p:spPr>
        <p:txBody>
          <a:bodyPr vert="horz" wrap="square" lIns="0" tIns="0" rIns="0" bIns="0" rtlCol="0">
            <a:spAutoFit/>
          </a:bodyPr>
          <a:lstStyle/>
          <a:p>
            <a:r>
              <a:rPr lang="tr-TR" sz="1100" b="1">
                <a:solidFill>
                  <a:srgbClr val="9B292E"/>
                </a:solidFill>
                <a:latin typeface="Aptos" panose="020B0004020202020204" pitchFamily="34" charset="0"/>
              </a:rPr>
              <a:t>SAĞLADIĞI KOLAYLIKLAR</a:t>
            </a:r>
          </a:p>
        </p:txBody>
      </p:sp>
      <p:sp>
        <p:nvSpPr>
          <p:cNvPr id="3" name="Metin kutusu 2">
            <a:extLst>
              <a:ext uri="{FF2B5EF4-FFF2-40B4-BE49-F238E27FC236}">
                <a16:creationId xmlns:a16="http://schemas.microsoft.com/office/drawing/2014/main" id="{D42A3B0E-AB7D-3A63-D7B4-56DAF228C508}"/>
              </a:ext>
            </a:extLst>
          </p:cNvPr>
          <p:cNvSpPr txBox="1"/>
          <p:nvPr/>
        </p:nvSpPr>
        <p:spPr>
          <a:xfrm>
            <a:off x="533400" y="812800"/>
            <a:ext cx="11125200" cy="461665"/>
          </a:xfrm>
          <a:prstGeom prst="rect">
            <a:avLst/>
          </a:prstGeom>
          <a:noFill/>
        </p:spPr>
        <p:txBody>
          <a:bodyPr vert="horz" wrap="square" lIns="0" tIns="0" rIns="0" bIns="0" rtlCol="0">
            <a:spAutoFit/>
          </a:bodyPr>
          <a:lstStyle/>
          <a:p>
            <a:r>
              <a:rPr lang="tr-TR" sz="3000" b="1">
                <a:solidFill>
                  <a:srgbClr val="292321"/>
                </a:solidFill>
                <a:latin typeface="Aptos" panose="020B0004020202020204" pitchFamily="34" charset="0"/>
              </a:rPr>
              <a:t>Her kullanıcı için daha kolay bir deneyim.</a:t>
            </a:r>
          </a:p>
        </p:txBody>
      </p:sp>
      <p:sp>
        <p:nvSpPr>
          <p:cNvPr id="4" name="Dikdörtgen 3">
            <a:extLst>
              <a:ext uri="{FF2B5EF4-FFF2-40B4-BE49-F238E27FC236}">
                <a16:creationId xmlns:a16="http://schemas.microsoft.com/office/drawing/2014/main" id="{A53955F7-FA7A-A0B2-5284-7223499F31FC}"/>
              </a:ext>
            </a:extLst>
          </p:cNvPr>
          <p:cNvSpPr/>
          <p:nvPr/>
        </p:nvSpPr>
        <p:spPr>
          <a:xfrm>
            <a:off x="533400" y="6375400"/>
            <a:ext cx="11125200" cy="12700"/>
          </a:xfrm>
          <a:prstGeom prst="rect">
            <a:avLst/>
          </a:prstGeom>
          <a:solidFill>
            <a:srgbClr val="E5DAD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5" name="Metin kutusu 4">
            <a:extLst>
              <a:ext uri="{FF2B5EF4-FFF2-40B4-BE49-F238E27FC236}">
                <a16:creationId xmlns:a16="http://schemas.microsoft.com/office/drawing/2014/main" id="{A5365C59-F7A4-99AC-AA44-1309E53B59B3}"/>
              </a:ext>
            </a:extLst>
          </p:cNvPr>
          <p:cNvSpPr txBox="1"/>
          <p:nvPr/>
        </p:nvSpPr>
        <p:spPr>
          <a:xfrm>
            <a:off x="533400" y="6502400"/>
            <a:ext cx="8890000" cy="138499"/>
          </a:xfrm>
          <a:prstGeom prst="rect">
            <a:avLst/>
          </a:prstGeom>
          <a:noFill/>
        </p:spPr>
        <p:txBody>
          <a:bodyPr vert="horz" wrap="square" lIns="0" tIns="0" rIns="0" bIns="0" rtlCol="0">
            <a:spAutoFit/>
          </a:bodyPr>
          <a:lstStyle/>
          <a:p>
            <a:r>
              <a:rPr lang="tr-TR" sz="900">
                <a:solidFill>
                  <a:srgbClr val="726760"/>
                </a:solidFill>
                <a:latin typeface="Aptos" panose="020B0004020202020204" pitchFamily="34" charset="0"/>
              </a:rPr>
              <a:t>ANILAR / SİSTEM VE AMAÇ</a:t>
            </a:r>
          </a:p>
        </p:txBody>
      </p:sp>
      <p:sp>
        <p:nvSpPr>
          <p:cNvPr id="6" name="Metin kutusu 5">
            <a:extLst>
              <a:ext uri="{FF2B5EF4-FFF2-40B4-BE49-F238E27FC236}">
                <a16:creationId xmlns:a16="http://schemas.microsoft.com/office/drawing/2014/main" id="{D4970242-5904-6C87-6F62-7373703DFDE8}"/>
              </a:ext>
            </a:extLst>
          </p:cNvPr>
          <p:cNvSpPr txBox="1"/>
          <p:nvPr/>
        </p:nvSpPr>
        <p:spPr>
          <a:xfrm>
            <a:off x="11277600" y="6502400"/>
            <a:ext cx="381000" cy="138499"/>
          </a:xfrm>
          <a:prstGeom prst="rect">
            <a:avLst/>
          </a:prstGeom>
          <a:noFill/>
        </p:spPr>
        <p:txBody>
          <a:bodyPr vert="horz" wrap="square" lIns="0" tIns="0" rIns="0" bIns="0" rtlCol="0">
            <a:spAutoFit/>
          </a:bodyPr>
          <a:lstStyle/>
          <a:p>
            <a:r>
              <a:rPr lang="tr-TR" sz="900">
                <a:solidFill>
                  <a:srgbClr val="726760"/>
                </a:solidFill>
                <a:latin typeface="Aptos" panose="020B0004020202020204" pitchFamily="34" charset="0"/>
              </a:rPr>
              <a:t>04</a:t>
            </a:r>
          </a:p>
        </p:txBody>
      </p:sp>
      <p:sp>
        <p:nvSpPr>
          <p:cNvPr id="7" name="Dikdörtgen 6">
            <a:extLst>
              <a:ext uri="{FF2B5EF4-FFF2-40B4-BE49-F238E27FC236}">
                <a16:creationId xmlns:a16="http://schemas.microsoft.com/office/drawing/2014/main" id="{00E57879-3F38-4858-50CD-7AF337C92EB0}"/>
              </a:ext>
            </a:extLst>
          </p:cNvPr>
          <p:cNvSpPr/>
          <p:nvPr/>
        </p:nvSpPr>
        <p:spPr>
          <a:xfrm>
            <a:off x="533400" y="1917700"/>
            <a:ext cx="5397500" cy="1905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8" name="Metin kutusu 7">
            <a:extLst>
              <a:ext uri="{FF2B5EF4-FFF2-40B4-BE49-F238E27FC236}">
                <a16:creationId xmlns:a16="http://schemas.microsoft.com/office/drawing/2014/main" id="{9C6BCF34-D86C-92CB-6258-0EBF6F0D1F67}"/>
              </a:ext>
            </a:extLst>
          </p:cNvPr>
          <p:cNvSpPr txBox="1"/>
          <p:nvPr/>
        </p:nvSpPr>
        <p:spPr>
          <a:xfrm>
            <a:off x="774700" y="2133600"/>
            <a:ext cx="4889500" cy="353943"/>
          </a:xfrm>
          <a:prstGeom prst="rect">
            <a:avLst/>
          </a:prstGeom>
          <a:noFill/>
        </p:spPr>
        <p:txBody>
          <a:bodyPr vert="horz" wrap="square" lIns="0" tIns="0" rIns="0" bIns="0" rtlCol="0">
            <a:spAutoFit/>
          </a:bodyPr>
          <a:lstStyle/>
          <a:p>
            <a:r>
              <a:rPr lang="tr-TR" sz="2300" b="1">
                <a:solidFill>
                  <a:srgbClr val="9B292E"/>
                </a:solidFill>
                <a:latin typeface="Aptos" panose="020B0004020202020204" pitchFamily="34" charset="0"/>
              </a:rPr>
              <a:t>Organizasyon sahibi</a:t>
            </a:r>
          </a:p>
        </p:txBody>
      </p:sp>
      <p:sp>
        <p:nvSpPr>
          <p:cNvPr id="9" name="Metin kutusu 8">
            <a:extLst>
              <a:ext uri="{FF2B5EF4-FFF2-40B4-BE49-F238E27FC236}">
                <a16:creationId xmlns:a16="http://schemas.microsoft.com/office/drawing/2014/main" id="{8206C913-CC39-C740-BF0D-247FDC41C8BD}"/>
              </a:ext>
            </a:extLst>
          </p:cNvPr>
          <p:cNvSpPr txBox="1"/>
          <p:nvPr/>
        </p:nvSpPr>
        <p:spPr>
          <a:xfrm>
            <a:off x="774700" y="2705100"/>
            <a:ext cx="4889500" cy="877163"/>
          </a:xfrm>
          <a:prstGeom prst="rect">
            <a:avLst/>
          </a:prstGeom>
          <a:noFill/>
        </p:spPr>
        <p:txBody>
          <a:bodyPr vert="horz" wrap="square" lIns="0" tIns="0" rIns="0" bIns="0" rtlCol="0">
            <a:spAutoFit/>
          </a:bodyPr>
          <a:lstStyle/>
          <a:p>
            <a:r>
              <a:rPr lang="tr-TR" sz="1900">
                <a:solidFill>
                  <a:srgbClr val="292321"/>
                </a:solidFill>
                <a:latin typeface="Aptos" panose="020B0004020202020204" pitchFamily="34" charset="0"/>
              </a:rPr>
              <a:t>Fotoğraf istemek için insanlara tek tek yazma ihtiyacını azaltır. Paylaşılan anılara tek albümden ulaşır.</a:t>
            </a:r>
          </a:p>
        </p:txBody>
      </p:sp>
      <p:sp>
        <p:nvSpPr>
          <p:cNvPr id="10" name="Dikdörtgen 9">
            <a:extLst>
              <a:ext uri="{FF2B5EF4-FFF2-40B4-BE49-F238E27FC236}">
                <a16:creationId xmlns:a16="http://schemas.microsoft.com/office/drawing/2014/main" id="{625531B8-C553-7B95-BC57-7D81BA57F23D}"/>
              </a:ext>
            </a:extLst>
          </p:cNvPr>
          <p:cNvSpPr/>
          <p:nvPr/>
        </p:nvSpPr>
        <p:spPr>
          <a:xfrm>
            <a:off x="6261100" y="1917700"/>
            <a:ext cx="5397500" cy="1905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Metin kutusu 10">
            <a:extLst>
              <a:ext uri="{FF2B5EF4-FFF2-40B4-BE49-F238E27FC236}">
                <a16:creationId xmlns:a16="http://schemas.microsoft.com/office/drawing/2014/main" id="{118E6249-C9CA-590F-EC42-CE5DE33D5CBC}"/>
              </a:ext>
            </a:extLst>
          </p:cNvPr>
          <p:cNvSpPr txBox="1"/>
          <p:nvPr/>
        </p:nvSpPr>
        <p:spPr>
          <a:xfrm>
            <a:off x="6502400" y="2133600"/>
            <a:ext cx="4889500" cy="353943"/>
          </a:xfrm>
          <a:prstGeom prst="rect">
            <a:avLst/>
          </a:prstGeom>
          <a:noFill/>
        </p:spPr>
        <p:txBody>
          <a:bodyPr vert="horz" wrap="square" lIns="0" tIns="0" rIns="0" bIns="0" rtlCol="0">
            <a:spAutoFit/>
          </a:bodyPr>
          <a:lstStyle/>
          <a:p>
            <a:r>
              <a:rPr lang="tr-TR" sz="2300" b="1">
                <a:solidFill>
                  <a:srgbClr val="9B292E"/>
                </a:solidFill>
                <a:latin typeface="Aptos" panose="020B0004020202020204" pitchFamily="34" charset="0"/>
              </a:rPr>
              <a:t>Misafir</a:t>
            </a:r>
          </a:p>
        </p:txBody>
      </p:sp>
      <p:sp>
        <p:nvSpPr>
          <p:cNvPr id="12" name="Metin kutusu 11">
            <a:extLst>
              <a:ext uri="{FF2B5EF4-FFF2-40B4-BE49-F238E27FC236}">
                <a16:creationId xmlns:a16="http://schemas.microsoft.com/office/drawing/2014/main" id="{6857A581-3585-0DA6-9CBF-76EFDB73E4A7}"/>
              </a:ext>
            </a:extLst>
          </p:cNvPr>
          <p:cNvSpPr txBox="1"/>
          <p:nvPr/>
        </p:nvSpPr>
        <p:spPr>
          <a:xfrm>
            <a:off x="6502400" y="2705100"/>
            <a:ext cx="4889500" cy="877163"/>
          </a:xfrm>
          <a:prstGeom prst="rect">
            <a:avLst/>
          </a:prstGeom>
          <a:noFill/>
        </p:spPr>
        <p:txBody>
          <a:bodyPr vert="horz" wrap="square" lIns="0" tIns="0" rIns="0" bIns="0" rtlCol="0">
            <a:spAutoFit/>
          </a:bodyPr>
          <a:lstStyle/>
          <a:p>
            <a:r>
              <a:rPr lang="tr-TR" sz="1900">
                <a:solidFill>
                  <a:srgbClr val="292321"/>
                </a:solidFill>
                <a:latin typeface="Aptos" panose="020B0004020202020204" pitchFamily="34" charset="0"/>
              </a:rPr>
              <a:t>QR kodu okutur; üyelik ve uygulama gerektirmeden fotoğraf, video ve mesaj paylaşır.</a:t>
            </a:r>
          </a:p>
        </p:txBody>
      </p:sp>
      <p:sp>
        <p:nvSpPr>
          <p:cNvPr id="13" name="Dikdörtgen 12">
            <a:extLst>
              <a:ext uri="{FF2B5EF4-FFF2-40B4-BE49-F238E27FC236}">
                <a16:creationId xmlns:a16="http://schemas.microsoft.com/office/drawing/2014/main" id="{82B9D838-2184-54D5-0A0F-DAEAD0B330FB}"/>
              </a:ext>
            </a:extLst>
          </p:cNvPr>
          <p:cNvSpPr/>
          <p:nvPr/>
        </p:nvSpPr>
        <p:spPr>
          <a:xfrm>
            <a:off x="533400" y="4089400"/>
            <a:ext cx="5397500" cy="1905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4" name="Metin kutusu 13">
            <a:extLst>
              <a:ext uri="{FF2B5EF4-FFF2-40B4-BE49-F238E27FC236}">
                <a16:creationId xmlns:a16="http://schemas.microsoft.com/office/drawing/2014/main" id="{D9CC807C-3277-F4D2-B5E1-77567E7F4B23}"/>
              </a:ext>
            </a:extLst>
          </p:cNvPr>
          <p:cNvSpPr txBox="1"/>
          <p:nvPr/>
        </p:nvSpPr>
        <p:spPr>
          <a:xfrm>
            <a:off x="774700" y="4305300"/>
            <a:ext cx="4889500" cy="353943"/>
          </a:xfrm>
          <a:prstGeom prst="rect">
            <a:avLst/>
          </a:prstGeom>
          <a:noFill/>
        </p:spPr>
        <p:txBody>
          <a:bodyPr vert="horz" wrap="square" lIns="0" tIns="0" rIns="0" bIns="0" rtlCol="0">
            <a:spAutoFit/>
          </a:bodyPr>
          <a:lstStyle/>
          <a:p>
            <a:r>
              <a:rPr lang="tr-TR" sz="2300" b="1">
                <a:solidFill>
                  <a:srgbClr val="9B292E"/>
                </a:solidFill>
                <a:latin typeface="Aptos" panose="020B0004020202020204" pitchFamily="34" charset="0"/>
              </a:rPr>
              <a:t>Partner işletme</a:t>
            </a:r>
          </a:p>
        </p:txBody>
      </p:sp>
      <p:sp>
        <p:nvSpPr>
          <p:cNvPr id="15" name="Metin kutusu 14">
            <a:extLst>
              <a:ext uri="{FF2B5EF4-FFF2-40B4-BE49-F238E27FC236}">
                <a16:creationId xmlns:a16="http://schemas.microsoft.com/office/drawing/2014/main" id="{531FE9CE-48CE-4963-8EDB-4778C75E349D}"/>
              </a:ext>
            </a:extLst>
          </p:cNvPr>
          <p:cNvSpPr txBox="1"/>
          <p:nvPr/>
        </p:nvSpPr>
        <p:spPr>
          <a:xfrm>
            <a:off x="774700" y="4876800"/>
            <a:ext cx="4889500" cy="877163"/>
          </a:xfrm>
          <a:prstGeom prst="rect">
            <a:avLst/>
          </a:prstGeom>
          <a:noFill/>
        </p:spPr>
        <p:txBody>
          <a:bodyPr vert="horz" wrap="square" lIns="0" tIns="0" rIns="0" bIns="0" rtlCol="0">
            <a:spAutoFit/>
          </a:bodyPr>
          <a:lstStyle/>
          <a:p>
            <a:r>
              <a:rPr lang="tr-TR" sz="1900">
                <a:solidFill>
                  <a:srgbClr val="292321"/>
                </a:solidFill>
                <a:latin typeface="Aptos" panose="020B0004020202020204" pitchFamily="34" charset="0"/>
              </a:rPr>
              <a:t>Müşterisine ek hizmet sunar. Baskı ve teknik hizmet giderlerini üstlenmeden satıştan %30 pay kazanır.</a:t>
            </a:r>
          </a:p>
        </p:txBody>
      </p:sp>
      <p:sp>
        <p:nvSpPr>
          <p:cNvPr id="16" name="Dikdörtgen 15">
            <a:extLst>
              <a:ext uri="{FF2B5EF4-FFF2-40B4-BE49-F238E27FC236}">
                <a16:creationId xmlns:a16="http://schemas.microsoft.com/office/drawing/2014/main" id="{3EBBA0EC-EAE6-B46C-9667-9610D292262F}"/>
              </a:ext>
            </a:extLst>
          </p:cNvPr>
          <p:cNvSpPr/>
          <p:nvPr/>
        </p:nvSpPr>
        <p:spPr>
          <a:xfrm>
            <a:off x="6261100" y="4089400"/>
            <a:ext cx="5397500" cy="1905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7" name="Metin kutusu 16">
            <a:extLst>
              <a:ext uri="{FF2B5EF4-FFF2-40B4-BE49-F238E27FC236}">
                <a16:creationId xmlns:a16="http://schemas.microsoft.com/office/drawing/2014/main" id="{1408D3E3-47A3-340F-54C8-D60F536BF9A6}"/>
              </a:ext>
            </a:extLst>
          </p:cNvPr>
          <p:cNvSpPr txBox="1"/>
          <p:nvPr/>
        </p:nvSpPr>
        <p:spPr>
          <a:xfrm>
            <a:off x="6502400" y="4305300"/>
            <a:ext cx="4889500" cy="353943"/>
          </a:xfrm>
          <a:prstGeom prst="rect">
            <a:avLst/>
          </a:prstGeom>
          <a:noFill/>
        </p:spPr>
        <p:txBody>
          <a:bodyPr vert="horz" wrap="square" lIns="0" tIns="0" rIns="0" bIns="0" rtlCol="0">
            <a:spAutoFit/>
          </a:bodyPr>
          <a:lstStyle/>
          <a:p>
            <a:r>
              <a:rPr lang="tr-TR" sz="2300" b="1">
                <a:solidFill>
                  <a:srgbClr val="9B292E"/>
                </a:solidFill>
                <a:latin typeface="Aptos" panose="020B0004020202020204" pitchFamily="34" charset="0"/>
              </a:rPr>
              <a:t>Platform yöneticisi</a:t>
            </a:r>
          </a:p>
        </p:txBody>
      </p:sp>
      <p:sp>
        <p:nvSpPr>
          <p:cNvPr id="18" name="Metin kutusu 17">
            <a:extLst>
              <a:ext uri="{FF2B5EF4-FFF2-40B4-BE49-F238E27FC236}">
                <a16:creationId xmlns:a16="http://schemas.microsoft.com/office/drawing/2014/main" id="{56F755F1-162B-D0D0-ACC0-20D123810B74}"/>
              </a:ext>
            </a:extLst>
          </p:cNvPr>
          <p:cNvSpPr txBox="1"/>
          <p:nvPr/>
        </p:nvSpPr>
        <p:spPr>
          <a:xfrm>
            <a:off x="6502400" y="4876800"/>
            <a:ext cx="4889500" cy="584775"/>
          </a:xfrm>
          <a:prstGeom prst="rect">
            <a:avLst/>
          </a:prstGeom>
          <a:noFill/>
        </p:spPr>
        <p:txBody>
          <a:bodyPr vert="horz" wrap="square" lIns="0" tIns="0" rIns="0" bIns="0" rtlCol="0">
            <a:spAutoFit/>
          </a:bodyPr>
          <a:lstStyle/>
          <a:p>
            <a:r>
              <a:rPr lang="tr-TR" sz="1900">
                <a:solidFill>
                  <a:srgbClr val="292321"/>
                </a:solidFill>
                <a:latin typeface="Aptos" panose="020B0004020202020204" pitchFamily="34" charset="0"/>
              </a:rPr>
              <a:t>Organizasyonları, erişimleri ve içerikleri ortak yönetim panelinden takip eder.</a:t>
            </a:r>
          </a:p>
        </p:txBody>
      </p:sp>
    </p:spTree>
    <p:extLst>
      <p:ext uri="{BB962C8B-B14F-4D97-AF65-F5344CB8AC3E}">
        <p14:creationId xmlns:p14="http://schemas.microsoft.com/office/powerpoint/2010/main" val="18452229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BF7F0"/>
        </a:solidFill>
        <a:effectLst/>
      </p:bgPr>
    </p:bg>
    <p:spTree>
      <p:nvGrpSpPr>
        <p:cNvPr id="1" name=""/>
        <p:cNvGrpSpPr/>
        <p:nvPr/>
      </p:nvGrpSpPr>
      <p:grpSpPr>
        <a:xfrm>
          <a:off x="0" y="0"/>
          <a:ext cx="0" cy="0"/>
          <a:chOff x="0" y="0"/>
          <a:chExt cx="0" cy="0"/>
        </a:xfrm>
      </p:grpSpPr>
      <p:sp>
        <p:nvSpPr>
          <p:cNvPr id="2" name="Metin kutusu 1">
            <a:extLst>
              <a:ext uri="{FF2B5EF4-FFF2-40B4-BE49-F238E27FC236}">
                <a16:creationId xmlns:a16="http://schemas.microsoft.com/office/drawing/2014/main" id="{31C15EFA-8B3A-16FD-A698-569E84399D31}"/>
              </a:ext>
            </a:extLst>
          </p:cNvPr>
          <p:cNvSpPr txBox="1"/>
          <p:nvPr/>
        </p:nvSpPr>
        <p:spPr>
          <a:xfrm>
            <a:off x="533400" y="342900"/>
            <a:ext cx="11125200" cy="169277"/>
          </a:xfrm>
          <a:prstGeom prst="rect">
            <a:avLst/>
          </a:prstGeom>
          <a:noFill/>
        </p:spPr>
        <p:txBody>
          <a:bodyPr vert="horz" wrap="square" lIns="0" tIns="0" rIns="0" bIns="0" rtlCol="0">
            <a:spAutoFit/>
          </a:bodyPr>
          <a:lstStyle/>
          <a:p>
            <a:r>
              <a:rPr lang="tr-TR" sz="1100" b="1">
                <a:solidFill>
                  <a:srgbClr val="9B292E"/>
                </a:solidFill>
                <a:latin typeface="Aptos" panose="020B0004020202020204" pitchFamily="34" charset="0"/>
              </a:rPr>
              <a:t>MİSYON VE VİZYON</a:t>
            </a:r>
          </a:p>
        </p:txBody>
      </p:sp>
      <p:sp>
        <p:nvSpPr>
          <p:cNvPr id="3" name="Metin kutusu 2">
            <a:extLst>
              <a:ext uri="{FF2B5EF4-FFF2-40B4-BE49-F238E27FC236}">
                <a16:creationId xmlns:a16="http://schemas.microsoft.com/office/drawing/2014/main" id="{CB1B012D-DEDE-84F7-1770-C4F81C14518E}"/>
              </a:ext>
            </a:extLst>
          </p:cNvPr>
          <p:cNvSpPr txBox="1"/>
          <p:nvPr/>
        </p:nvSpPr>
        <p:spPr>
          <a:xfrm>
            <a:off x="533400" y="812800"/>
            <a:ext cx="11125200" cy="461665"/>
          </a:xfrm>
          <a:prstGeom prst="rect">
            <a:avLst/>
          </a:prstGeom>
          <a:noFill/>
        </p:spPr>
        <p:txBody>
          <a:bodyPr vert="horz" wrap="square" lIns="0" tIns="0" rIns="0" bIns="0" rtlCol="0">
            <a:spAutoFit/>
          </a:bodyPr>
          <a:lstStyle/>
          <a:p>
            <a:r>
              <a:rPr lang="tr-TR" sz="3000" b="1">
                <a:solidFill>
                  <a:srgbClr val="292321"/>
                </a:solidFill>
                <a:latin typeface="Aptos" panose="020B0004020202020204" pitchFamily="34" charset="0"/>
              </a:rPr>
              <a:t>Kolay paylaşım. Birlikte biriken hatıralar.</a:t>
            </a:r>
          </a:p>
        </p:txBody>
      </p:sp>
      <p:sp>
        <p:nvSpPr>
          <p:cNvPr id="4" name="Dikdörtgen 3">
            <a:extLst>
              <a:ext uri="{FF2B5EF4-FFF2-40B4-BE49-F238E27FC236}">
                <a16:creationId xmlns:a16="http://schemas.microsoft.com/office/drawing/2014/main" id="{A57AFCFF-F454-2EE4-268E-710B3149D752}"/>
              </a:ext>
            </a:extLst>
          </p:cNvPr>
          <p:cNvSpPr/>
          <p:nvPr/>
        </p:nvSpPr>
        <p:spPr>
          <a:xfrm>
            <a:off x="533400" y="6375400"/>
            <a:ext cx="11125200" cy="12700"/>
          </a:xfrm>
          <a:prstGeom prst="rect">
            <a:avLst/>
          </a:prstGeom>
          <a:solidFill>
            <a:srgbClr val="E5DAD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5" name="Metin kutusu 4">
            <a:extLst>
              <a:ext uri="{FF2B5EF4-FFF2-40B4-BE49-F238E27FC236}">
                <a16:creationId xmlns:a16="http://schemas.microsoft.com/office/drawing/2014/main" id="{1E254430-A0A7-B932-EE6C-9CD5DA5C043A}"/>
              </a:ext>
            </a:extLst>
          </p:cNvPr>
          <p:cNvSpPr txBox="1"/>
          <p:nvPr/>
        </p:nvSpPr>
        <p:spPr>
          <a:xfrm>
            <a:off x="533400" y="6502400"/>
            <a:ext cx="8890000" cy="138499"/>
          </a:xfrm>
          <a:prstGeom prst="rect">
            <a:avLst/>
          </a:prstGeom>
          <a:noFill/>
        </p:spPr>
        <p:txBody>
          <a:bodyPr vert="horz" wrap="square" lIns="0" tIns="0" rIns="0" bIns="0" rtlCol="0">
            <a:spAutoFit/>
          </a:bodyPr>
          <a:lstStyle/>
          <a:p>
            <a:r>
              <a:rPr lang="tr-TR" sz="900">
                <a:solidFill>
                  <a:srgbClr val="726760"/>
                </a:solidFill>
                <a:latin typeface="Aptos" panose="020B0004020202020204" pitchFamily="34" charset="0"/>
              </a:rPr>
              <a:t>ANILAR / SİSTEM VE AMAÇ</a:t>
            </a:r>
          </a:p>
        </p:txBody>
      </p:sp>
      <p:sp>
        <p:nvSpPr>
          <p:cNvPr id="6" name="Metin kutusu 5">
            <a:extLst>
              <a:ext uri="{FF2B5EF4-FFF2-40B4-BE49-F238E27FC236}">
                <a16:creationId xmlns:a16="http://schemas.microsoft.com/office/drawing/2014/main" id="{67C68FEE-EB31-F367-A385-63D981B5C40C}"/>
              </a:ext>
            </a:extLst>
          </p:cNvPr>
          <p:cNvSpPr txBox="1"/>
          <p:nvPr/>
        </p:nvSpPr>
        <p:spPr>
          <a:xfrm>
            <a:off x="11277600" y="6502400"/>
            <a:ext cx="381000" cy="138499"/>
          </a:xfrm>
          <a:prstGeom prst="rect">
            <a:avLst/>
          </a:prstGeom>
          <a:noFill/>
        </p:spPr>
        <p:txBody>
          <a:bodyPr vert="horz" wrap="square" lIns="0" tIns="0" rIns="0" bIns="0" rtlCol="0">
            <a:spAutoFit/>
          </a:bodyPr>
          <a:lstStyle/>
          <a:p>
            <a:r>
              <a:rPr lang="tr-TR" sz="900">
                <a:solidFill>
                  <a:srgbClr val="726760"/>
                </a:solidFill>
                <a:latin typeface="Aptos" panose="020B0004020202020204" pitchFamily="34" charset="0"/>
              </a:rPr>
              <a:t>05</a:t>
            </a:r>
          </a:p>
        </p:txBody>
      </p:sp>
      <p:sp>
        <p:nvSpPr>
          <p:cNvPr id="7" name="Dikdörtgen 6">
            <a:extLst>
              <a:ext uri="{FF2B5EF4-FFF2-40B4-BE49-F238E27FC236}">
                <a16:creationId xmlns:a16="http://schemas.microsoft.com/office/drawing/2014/main" id="{26896299-C821-2299-9CFB-6273DC33911A}"/>
              </a:ext>
            </a:extLst>
          </p:cNvPr>
          <p:cNvSpPr/>
          <p:nvPr/>
        </p:nvSpPr>
        <p:spPr>
          <a:xfrm>
            <a:off x="533400" y="1968500"/>
            <a:ext cx="5397500" cy="36703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8" name="Dikdörtgen 7">
            <a:extLst>
              <a:ext uri="{FF2B5EF4-FFF2-40B4-BE49-F238E27FC236}">
                <a16:creationId xmlns:a16="http://schemas.microsoft.com/office/drawing/2014/main" id="{A5694C60-F7D3-CB25-99E4-42B6A16A4BA4}"/>
              </a:ext>
            </a:extLst>
          </p:cNvPr>
          <p:cNvSpPr/>
          <p:nvPr/>
        </p:nvSpPr>
        <p:spPr>
          <a:xfrm>
            <a:off x="6261100" y="1968500"/>
            <a:ext cx="5397500" cy="3670300"/>
          </a:xfrm>
          <a:prstGeom prst="rect">
            <a:avLst/>
          </a:prstGeom>
          <a:solidFill>
            <a:srgbClr val="F2E4D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9" name="Metin kutusu 8">
            <a:extLst>
              <a:ext uri="{FF2B5EF4-FFF2-40B4-BE49-F238E27FC236}">
                <a16:creationId xmlns:a16="http://schemas.microsoft.com/office/drawing/2014/main" id="{A661F6DB-B436-D2B3-26C1-06A63AC20F63}"/>
              </a:ext>
            </a:extLst>
          </p:cNvPr>
          <p:cNvSpPr txBox="1"/>
          <p:nvPr/>
        </p:nvSpPr>
        <p:spPr>
          <a:xfrm>
            <a:off x="800100" y="2247900"/>
            <a:ext cx="4851400" cy="415498"/>
          </a:xfrm>
          <a:prstGeom prst="rect">
            <a:avLst/>
          </a:prstGeom>
          <a:noFill/>
        </p:spPr>
        <p:txBody>
          <a:bodyPr vert="horz" wrap="square" lIns="0" tIns="0" rIns="0" bIns="0" rtlCol="0">
            <a:spAutoFit/>
          </a:bodyPr>
          <a:lstStyle/>
          <a:p>
            <a:r>
              <a:rPr lang="tr-TR" sz="2700" b="1">
                <a:solidFill>
                  <a:srgbClr val="9B292E"/>
                </a:solidFill>
                <a:latin typeface="Aptos" panose="020B0004020202020204" pitchFamily="34" charset="0"/>
              </a:rPr>
              <a:t>Misyonumuz</a:t>
            </a:r>
          </a:p>
        </p:txBody>
      </p:sp>
      <p:sp>
        <p:nvSpPr>
          <p:cNvPr id="10" name="Metin kutusu 9">
            <a:extLst>
              <a:ext uri="{FF2B5EF4-FFF2-40B4-BE49-F238E27FC236}">
                <a16:creationId xmlns:a16="http://schemas.microsoft.com/office/drawing/2014/main" id="{125227B1-5211-0698-BC9C-DAB5E6DBE6B9}"/>
              </a:ext>
            </a:extLst>
          </p:cNvPr>
          <p:cNvSpPr txBox="1"/>
          <p:nvPr/>
        </p:nvSpPr>
        <p:spPr>
          <a:xfrm>
            <a:off x="800100" y="2997200"/>
            <a:ext cx="4851400" cy="1415772"/>
          </a:xfrm>
          <a:prstGeom prst="rect">
            <a:avLst/>
          </a:prstGeom>
          <a:noFill/>
        </p:spPr>
        <p:txBody>
          <a:bodyPr vert="horz" wrap="square" lIns="0" tIns="0" rIns="0" bIns="0" rtlCol="0">
            <a:spAutoFit/>
          </a:bodyPr>
          <a:lstStyle/>
          <a:p>
            <a:r>
              <a:rPr lang="tr-TR" sz="2300">
                <a:solidFill>
                  <a:srgbClr val="292321"/>
                </a:solidFill>
                <a:latin typeface="Aptos" panose="020B0004020202020204" pitchFamily="34" charset="0"/>
              </a:rPr>
              <a:t>İnsanların özel günlerinde farklı telefonlarda biriken anıları, herkesin kolayca katkıda bulunabildiği özel dijital albümlerde buluşturmak.</a:t>
            </a:r>
          </a:p>
        </p:txBody>
      </p:sp>
      <p:sp>
        <p:nvSpPr>
          <p:cNvPr id="11" name="Metin kutusu 10">
            <a:extLst>
              <a:ext uri="{FF2B5EF4-FFF2-40B4-BE49-F238E27FC236}">
                <a16:creationId xmlns:a16="http://schemas.microsoft.com/office/drawing/2014/main" id="{4FD2EE3B-428E-B448-09CC-E5A6D0606DA9}"/>
              </a:ext>
            </a:extLst>
          </p:cNvPr>
          <p:cNvSpPr txBox="1"/>
          <p:nvPr/>
        </p:nvSpPr>
        <p:spPr>
          <a:xfrm>
            <a:off x="6527800" y="2247900"/>
            <a:ext cx="4851400" cy="415498"/>
          </a:xfrm>
          <a:prstGeom prst="rect">
            <a:avLst/>
          </a:prstGeom>
          <a:noFill/>
        </p:spPr>
        <p:txBody>
          <a:bodyPr vert="horz" wrap="square" lIns="0" tIns="0" rIns="0" bIns="0" rtlCol="0">
            <a:spAutoFit/>
          </a:bodyPr>
          <a:lstStyle/>
          <a:p>
            <a:r>
              <a:rPr lang="tr-TR" sz="2700" b="1">
                <a:solidFill>
                  <a:srgbClr val="9B292E"/>
                </a:solidFill>
                <a:latin typeface="Aptos" panose="020B0004020202020204" pitchFamily="34" charset="0"/>
              </a:rPr>
              <a:t>Vizyonumuz</a:t>
            </a:r>
          </a:p>
        </p:txBody>
      </p:sp>
      <p:sp>
        <p:nvSpPr>
          <p:cNvPr id="12" name="Metin kutusu 11">
            <a:extLst>
              <a:ext uri="{FF2B5EF4-FFF2-40B4-BE49-F238E27FC236}">
                <a16:creationId xmlns:a16="http://schemas.microsoft.com/office/drawing/2014/main" id="{D0C7FA63-E84D-A2DE-25C4-8D22619336B2}"/>
              </a:ext>
            </a:extLst>
          </p:cNvPr>
          <p:cNvSpPr txBox="1"/>
          <p:nvPr/>
        </p:nvSpPr>
        <p:spPr>
          <a:xfrm>
            <a:off x="6527800" y="2997200"/>
            <a:ext cx="4851400" cy="1692771"/>
          </a:xfrm>
          <a:prstGeom prst="rect">
            <a:avLst/>
          </a:prstGeom>
          <a:noFill/>
        </p:spPr>
        <p:txBody>
          <a:bodyPr vert="horz" wrap="square" lIns="0" tIns="0" rIns="0" bIns="0" rtlCol="0">
            <a:spAutoFit/>
          </a:bodyPr>
          <a:lstStyle/>
          <a:p>
            <a:r>
              <a:rPr lang="tr-TR" sz="2200">
                <a:solidFill>
                  <a:srgbClr val="292321"/>
                </a:solidFill>
                <a:latin typeface="Aptos" panose="020B0004020202020204" pitchFamily="34" charset="0"/>
              </a:rPr>
              <a:t>Düğün, nişan ve diğer özel organizasyonlarda dijital anı paylaşımının doğal bir parçası olmak; partner işletmelerle daha fazla insanın hatıralarını bir araya getirmek.</a:t>
            </a:r>
          </a:p>
        </p:txBody>
      </p:sp>
      <p:sp>
        <p:nvSpPr>
          <p:cNvPr id="13" name="Metin kutusu 12">
            <a:extLst>
              <a:ext uri="{FF2B5EF4-FFF2-40B4-BE49-F238E27FC236}">
                <a16:creationId xmlns:a16="http://schemas.microsoft.com/office/drawing/2014/main" id="{603B7EFC-2E0C-F525-9B49-B374EDBCEFBF}"/>
              </a:ext>
            </a:extLst>
          </p:cNvPr>
          <p:cNvSpPr txBox="1"/>
          <p:nvPr/>
        </p:nvSpPr>
        <p:spPr>
          <a:xfrm>
            <a:off x="533400" y="5842000"/>
            <a:ext cx="11125200" cy="215444"/>
          </a:xfrm>
          <a:prstGeom prst="rect">
            <a:avLst/>
          </a:prstGeom>
          <a:noFill/>
        </p:spPr>
        <p:txBody>
          <a:bodyPr vert="horz" wrap="square" lIns="0" tIns="0" rIns="0" bIns="0" rtlCol="0">
            <a:spAutoFit/>
          </a:bodyPr>
          <a:lstStyle/>
          <a:p>
            <a:r>
              <a:rPr lang="tr-TR" sz="1400">
                <a:solidFill>
                  <a:srgbClr val="726760"/>
                </a:solidFill>
                <a:latin typeface="Aptos" panose="020B0004020202020204" pitchFamily="34" charset="0"/>
              </a:rPr>
              <a:t>Büyüme hedefimiz: ilk organizasyonlardan öğrenmek, kullanım kolaylığını geliştirmek ve partner ağını genişletmek.</a:t>
            </a:r>
          </a:p>
        </p:txBody>
      </p:sp>
    </p:spTree>
    <p:extLst>
      <p:ext uri="{BB962C8B-B14F-4D97-AF65-F5344CB8AC3E}">
        <p14:creationId xmlns:p14="http://schemas.microsoft.com/office/powerpoint/2010/main" val="41749643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BF7F0"/>
        </a:solidFill>
        <a:effectLst/>
      </p:bgPr>
    </p:bg>
    <p:spTree>
      <p:nvGrpSpPr>
        <p:cNvPr id="1" name=""/>
        <p:cNvGrpSpPr/>
        <p:nvPr/>
      </p:nvGrpSpPr>
      <p:grpSpPr>
        <a:xfrm>
          <a:off x="0" y="0"/>
          <a:ext cx="0" cy="0"/>
          <a:chOff x="0" y="0"/>
          <a:chExt cx="0" cy="0"/>
        </a:xfrm>
      </p:grpSpPr>
      <p:sp>
        <p:nvSpPr>
          <p:cNvPr id="2" name="Metin kutusu 1">
            <a:extLst>
              <a:ext uri="{FF2B5EF4-FFF2-40B4-BE49-F238E27FC236}">
                <a16:creationId xmlns:a16="http://schemas.microsoft.com/office/drawing/2014/main" id="{0A3E6B83-2E6A-677F-9AE6-E013F366FE5B}"/>
              </a:ext>
            </a:extLst>
          </p:cNvPr>
          <p:cNvSpPr txBox="1"/>
          <p:nvPr/>
        </p:nvSpPr>
        <p:spPr>
          <a:xfrm>
            <a:off x="533400" y="342900"/>
            <a:ext cx="11049000" cy="169277"/>
          </a:xfrm>
          <a:prstGeom prst="rect">
            <a:avLst/>
          </a:prstGeom>
          <a:noFill/>
        </p:spPr>
        <p:txBody>
          <a:bodyPr vert="horz" wrap="square" lIns="0" tIns="0" rIns="0" bIns="0" rtlCol="0">
            <a:spAutoFit/>
          </a:bodyPr>
          <a:lstStyle/>
          <a:p>
            <a:r>
              <a:rPr lang="tr-TR" sz="1100" b="1">
                <a:solidFill>
                  <a:srgbClr val="9B292E"/>
                </a:solidFill>
                <a:latin typeface="Aptos" panose="020B0004020202020204" pitchFamily="34" charset="0"/>
              </a:rPr>
              <a:t>DENEYİM</a:t>
            </a:r>
          </a:p>
        </p:txBody>
      </p:sp>
      <p:sp>
        <p:nvSpPr>
          <p:cNvPr id="3" name="Metin kutusu 2">
            <a:extLst>
              <a:ext uri="{FF2B5EF4-FFF2-40B4-BE49-F238E27FC236}">
                <a16:creationId xmlns:a16="http://schemas.microsoft.com/office/drawing/2014/main" id="{513A2D21-9007-4884-5FE8-653CE242B956}"/>
              </a:ext>
            </a:extLst>
          </p:cNvPr>
          <p:cNvSpPr txBox="1"/>
          <p:nvPr/>
        </p:nvSpPr>
        <p:spPr>
          <a:xfrm>
            <a:off x="533400" y="825500"/>
            <a:ext cx="11176000" cy="477054"/>
          </a:xfrm>
          <a:prstGeom prst="rect">
            <a:avLst/>
          </a:prstGeom>
          <a:noFill/>
        </p:spPr>
        <p:txBody>
          <a:bodyPr vert="horz" wrap="square" lIns="0" tIns="0" rIns="0" bIns="0" rtlCol="0">
            <a:spAutoFit/>
          </a:bodyPr>
          <a:lstStyle/>
          <a:p>
            <a:r>
              <a:rPr lang="sv-SE" sz="3100" b="1">
                <a:solidFill>
                  <a:srgbClr val="292321"/>
                </a:solidFill>
                <a:latin typeface="Aptos" panose="020B0004020202020204" pitchFamily="34" charset="0"/>
              </a:rPr>
              <a:t>Telefonlarda kalan anılar, özel bir albümde.</a:t>
            </a:r>
            <a:endParaRPr lang="tr-TR" sz="3100" b="1">
              <a:solidFill>
                <a:srgbClr val="292321"/>
              </a:solidFill>
              <a:latin typeface="Aptos" panose="020B0004020202020204" pitchFamily="34" charset="0"/>
            </a:endParaRPr>
          </a:p>
        </p:txBody>
      </p:sp>
      <p:sp>
        <p:nvSpPr>
          <p:cNvPr id="4" name="Metin kutusu 3">
            <a:extLst>
              <a:ext uri="{FF2B5EF4-FFF2-40B4-BE49-F238E27FC236}">
                <a16:creationId xmlns:a16="http://schemas.microsoft.com/office/drawing/2014/main" id="{9999A441-328C-170A-59EE-F21B9F363E98}"/>
              </a:ext>
            </a:extLst>
          </p:cNvPr>
          <p:cNvSpPr txBox="1"/>
          <p:nvPr/>
        </p:nvSpPr>
        <p:spPr>
          <a:xfrm>
            <a:off x="533400" y="1803400"/>
            <a:ext cx="11049000" cy="246221"/>
          </a:xfrm>
          <a:prstGeom prst="rect">
            <a:avLst/>
          </a:prstGeom>
          <a:noFill/>
        </p:spPr>
        <p:txBody>
          <a:bodyPr vert="horz" wrap="square" lIns="0" tIns="0" rIns="0" bIns="0" rtlCol="0">
            <a:spAutoFit/>
          </a:bodyPr>
          <a:lstStyle/>
          <a:p>
            <a:r>
              <a:rPr lang="tr-TR" sz="1600">
                <a:solidFill>
                  <a:srgbClr val="726760"/>
                </a:solidFill>
                <a:latin typeface="Aptos" panose="020B0004020202020204" pitchFamily="34" charset="0"/>
              </a:rPr>
              <a:t>Misafirlerin fotoğraf ve videoları organizasyona özel paylaşım sayfasında toplanır.</a:t>
            </a:r>
          </a:p>
        </p:txBody>
      </p:sp>
      <p:sp>
        <p:nvSpPr>
          <p:cNvPr id="5" name="Dikdörtgen 4">
            <a:extLst>
              <a:ext uri="{FF2B5EF4-FFF2-40B4-BE49-F238E27FC236}">
                <a16:creationId xmlns:a16="http://schemas.microsoft.com/office/drawing/2014/main" id="{90BC8F11-BB79-C033-B56F-0BACCA6B3372}"/>
              </a:ext>
            </a:extLst>
          </p:cNvPr>
          <p:cNvSpPr/>
          <p:nvPr/>
        </p:nvSpPr>
        <p:spPr>
          <a:xfrm>
            <a:off x="533400" y="6375400"/>
            <a:ext cx="11125200" cy="12700"/>
          </a:xfrm>
          <a:prstGeom prst="rect">
            <a:avLst/>
          </a:prstGeom>
          <a:solidFill>
            <a:srgbClr val="E5DAD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6" name="Metin kutusu 5">
            <a:extLst>
              <a:ext uri="{FF2B5EF4-FFF2-40B4-BE49-F238E27FC236}">
                <a16:creationId xmlns:a16="http://schemas.microsoft.com/office/drawing/2014/main" id="{3BCDD0D2-6435-E9F0-26D4-EE334B092F9D}"/>
              </a:ext>
            </a:extLst>
          </p:cNvPr>
          <p:cNvSpPr txBox="1"/>
          <p:nvPr/>
        </p:nvSpPr>
        <p:spPr>
          <a:xfrm>
            <a:off x="533400" y="6502400"/>
            <a:ext cx="5715000" cy="138499"/>
          </a:xfrm>
          <a:prstGeom prst="rect">
            <a:avLst/>
          </a:prstGeom>
          <a:noFill/>
        </p:spPr>
        <p:txBody>
          <a:bodyPr vert="horz" wrap="square" lIns="0" tIns="0" rIns="0" bIns="0" rtlCol="0">
            <a:spAutoFit/>
          </a:bodyPr>
          <a:lstStyle/>
          <a:p>
            <a:r>
              <a:rPr lang="tr-TR" sz="900">
                <a:solidFill>
                  <a:srgbClr val="726760"/>
                </a:solidFill>
                <a:latin typeface="Aptos" panose="020B0004020202020204" pitchFamily="34" charset="0"/>
              </a:rPr>
              <a:t>ANILAR  /  PARTNERLİK</a:t>
            </a:r>
          </a:p>
        </p:txBody>
      </p:sp>
      <p:sp>
        <p:nvSpPr>
          <p:cNvPr id="7" name="Metin kutusu 6">
            <a:extLst>
              <a:ext uri="{FF2B5EF4-FFF2-40B4-BE49-F238E27FC236}">
                <a16:creationId xmlns:a16="http://schemas.microsoft.com/office/drawing/2014/main" id="{B229F648-0B48-D998-FAC2-CB3B5A93D9DE}"/>
              </a:ext>
            </a:extLst>
          </p:cNvPr>
          <p:cNvSpPr txBox="1"/>
          <p:nvPr/>
        </p:nvSpPr>
        <p:spPr>
          <a:xfrm>
            <a:off x="11277600" y="6502400"/>
            <a:ext cx="381000" cy="138499"/>
          </a:xfrm>
          <a:prstGeom prst="rect">
            <a:avLst/>
          </a:prstGeom>
          <a:noFill/>
        </p:spPr>
        <p:txBody>
          <a:bodyPr vert="horz" wrap="square" lIns="0" tIns="0" rIns="0" bIns="0" rtlCol="0">
            <a:spAutoFit/>
          </a:bodyPr>
          <a:lstStyle/>
          <a:p>
            <a:r>
              <a:rPr lang="tr-TR" sz="900">
                <a:solidFill>
                  <a:srgbClr val="726760"/>
                </a:solidFill>
                <a:latin typeface="Aptos" panose="020B0004020202020204" pitchFamily="34" charset="0"/>
              </a:rPr>
              <a:t>06</a:t>
            </a:r>
          </a:p>
        </p:txBody>
      </p:sp>
      <p:sp>
        <p:nvSpPr>
          <p:cNvPr id="8" name="Dikdörtgen 7">
            <a:extLst>
              <a:ext uri="{FF2B5EF4-FFF2-40B4-BE49-F238E27FC236}">
                <a16:creationId xmlns:a16="http://schemas.microsoft.com/office/drawing/2014/main" id="{B9551D93-ED20-90D4-3A0F-40F1A8E00A95}"/>
              </a:ext>
            </a:extLst>
          </p:cNvPr>
          <p:cNvSpPr/>
          <p:nvPr/>
        </p:nvSpPr>
        <p:spPr>
          <a:xfrm>
            <a:off x="533400" y="2781300"/>
            <a:ext cx="3517900" cy="2794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9" name="Metin kutusu 8">
            <a:extLst>
              <a:ext uri="{FF2B5EF4-FFF2-40B4-BE49-F238E27FC236}">
                <a16:creationId xmlns:a16="http://schemas.microsoft.com/office/drawing/2014/main" id="{C4E7D4E5-27FE-E457-23DA-3AF3C3BFB589}"/>
              </a:ext>
            </a:extLst>
          </p:cNvPr>
          <p:cNvSpPr txBox="1"/>
          <p:nvPr/>
        </p:nvSpPr>
        <p:spPr>
          <a:xfrm>
            <a:off x="787400" y="3048000"/>
            <a:ext cx="3009900" cy="415498"/>
          </a:xfrm>
          <a:prstGeom prst="rect">
            <a:avLst/>
          </a:prstGeom>
          <a:noFill/>
        </p:spPr>
        <p:txBody>
          <a:bodyPr vert="horz" wrap="square" lIns="0" tIns="0" rIns="0" bIns="0" rtlCol="0">
            <a:spAutoFit/>
          </a:bodyPr>
          <a:lstStyle/>
          <a:p>
            <a:r>
              <a:rPr lang="tr-TR" sz="2700" b="1">
                <a:solidFill>
                  <a:srgbClr val="9B292E"/>
                </a:solidFill>
                <a:latin typeface="Aptos" panose="020B0004020202020204" pitchFamily="34" charset="0"/>
              </a:rPr>
              <a:t>01</a:t>
            </a:r>
          </a:p>
        </p:txBody>
      </p:sp>
      <p:sp>
        <p:nvSpPr>
          <p:cNvPr id="10" name="Metin kutusu 9">
            <a:extLst>
              <a:ext uri="{FF2B5EF4-FFF2-40B4-BE49-F238E27FC236}">
                <a16:creationId xmlns:a16="http://schemas.microsoft.com/office/drawing/2014/main" id="{ADECE099-8F96-B5EB-A165-35DAA183E1EE}"/>
              </a:ext>
            </a:extLst>
          </p:cNvPr>
          <p:cNvSpPr txBox="1"/>
          <p:nvPr/>
        </p:nvSpPr>
        <p:spPr>
          <a:xfrm>
            <a:off x="787400" y="3746500"/>
            <a:ext cx="3009900" cy="338554"/>
          </a:xfrm>
          <a:prstGeom prst="rect">
            <a:avLst/>
          </a:prstGeom>
          <a:noFill/>
        </p:spPr>
        <p:txBody>
          <a:bodyPr vert="horz" wrap="square" lIns="0" tIns="0" rIns="0" bIns="0" rtlCol="0">
            <a:spAutoFit/>
          </a:bodyPr>
          <a:lstStyle/>
          <a:p>
            <a:r>
              <a:rPr lang="tr-TR" sz="2200" b="1">
                <a:solidFill>
                  <a:srgbClr val="292321"/>
                </a:solidFill>
                <a:latin typeface="Aptos" panose="020B0004020202020204" pitchFamily="34" charset="0"/>
              </a:rPr>
              <a:t>QR ile ulaş</a:t>
            </a:r>
          </a:p>
        </p:txBody>
      </p:sp>
      <p:sp>
        <p:nvSpPr>
          <p:cNvPr id="11" name="Metin kutusu 10">
            <a:extLst>
              <a:ext uri="{FF2B5EF4-FFF2-40B4-BE49-F238E27FC236}">
                <a16:creationId xmlns:a16="http://schemas.microsoft.com/office/drawing/2014/main" id="{1CDFEA22-3057-69E0-0895-8E31F9A0859D}"/>
              </a:ext>
            </a:extLst>
          </p:cNvPr>
          <p:cNvSpPr txBox="1"/>
          <p:nvPr/>
        </p:nvSpPr>
        <p:spPr>
          <a:xfrm>
            <a:off x="787400" y="4343400"/>
            <a:ext cx="3009900" cy="523220"/>
          </a:xfrm>
          <a:prstGeom prst="rect">
            <a:avLst/>
          </a:prstGeom>
          <a:noFill/>
        </p:spPr>
        <p:txBody>
          <a:bodyPr vert="horz" wrap="square" lIns="0" tIns="0" rIns="0" bIns="0" rtlCol="0">
            <a:spAutoFit/>
          </a:bodyPr>
          <a:lstStyle/>
          <a:p>
            <a:r>
              <a:rPr lang="tr-TR" sz="1700">
                <a:solidFill>
                  <a:srgbClr val="726760"/>
                </a:solidFill>
                <a:latin typeface="Aptos" panose="020B0004020202020204" pitchFamily="34" charset="0"/>
              </a:rPr>
              <a:t>Misafirler telefonlarından paylaşım sayfasını açar.</a:t>
            </a:r>
          </a:p>
        </p:txBody>
      </p:sp>
      <p:sp>
        <p:nvSpPr>
          <p:cNvPr id="12" name="Dikdörtgen 11">
            <a:extLst>
              <a:ext uri="{FF2B5EF4-FFF2-40B4-BE49-F238E27FC236}">
                <a16:creationId xmlns:a16="http://schemas.microsoft.com/office/drawing/2014/main" id="{4DE6088C-0BAC-EBB2-EF44-C18E6FF22FD5}"/>
              </a:ext>
            </a:extLst>
          </p:cNvPr>
          <p:cNvSpPr/>
          <p:nvPr/>
        </p:nvSpPr>
        <p:spPr>
          <a:xfrm>
            <a:off x="4330700" y="2781300"/>
            <a:ext cx="3517900" cy="2794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3" name="Metin kutusu 12">
            <a:extLst>
              <a:ext uri="{FF2B5EF4-FFF2-40B4-BE49-F238E27FC236}">
                <a16:creationId xmlns:a16="http://schemas.microsoft.com/office/drawing/2014/main" id="{F30370A1-271F-2A06-B239-9D2CED4CD3BF}"/>
              </a:ext>
            </a:extLst>
          </p:cNvPr>
          <p:cNvSpPr txBox="1"/>
          <p:nvPr/>
        </p:nvSpPr>
        <p:spPr>
          <a:xfrm>
            <a:off x="4584700" y="3048000"/>
            <a:ext cx="3009900" cy="415498"/>
          </a:xfrm>
          <a:prstGeom prst="rect">
            <a:avLst/>
          </a:prstGeom>
          <a:noFill/>
        </p:spPr>
        <p:txBody>
          <a:bodyPr vert="horz" wrap="square" lIns="0" tIns="0" rIns="0" bIns="0" rtlCol="0">
            <a:spAutoFit/>
          </a:bodyPr>
          <a:lstStyle/>
          <a:p>
            <a:r>
              <a:rPr lang="tr-TR" sz="2700" b="1">
                <a:solidFill>
                  <a:srgbClr val="9B292E"/>
                </a:solidFill>
                <a:latin typeface="Aptos" panose="020B0004020202020204" pitchFamily="34" charset="0"/>
              </a:rPr>
              <a:t>02</a:t>
            </a:r>
          </a:p>
        </p:txBody>
      </p:sp>
      <p:sp>
        <p:nvSpPr>
          <p:cNvPr id="14" name="Metin kutusu 13">
            <a:extLst>
              <a:ext uri="{FF2B5EF4-FFF2-40B4-BE49-F238E27FC236}">
                <a16:creationId xmlns:a16="http://schemas.microsoft.com/office/drawing/2014/main" id="{26D6D68C-8851-E3AB-9C70-3FC1166CCBFF}"/>
              </a:ext>
            </a:extLst>
          </p:cNvPr>
          <p:cNvSpPr txBox="1"/>
          <p:nvPr/>
        </p:nvSpPr>
        <p:spPr>
          <a:xfrm>
            <a:off x="4584700" y="3746500"/>
            <a:ext cx="3009900" cy="338554"/>
          </a:xfrm>
          <a:prstGeom prst="rect">
            <a:avLst/>
          </a:prstGeom>
          <a:noFill/>
        </p:spPr>
        <p:txBody>
          <a:bodyPr vert="horz" wrap="square" lIns="0" tIns="0" rIns="0" bIns="0" rtlCol="0">
            <a:spAutoFit/>
          </a:bodyPr>
          <a:lstStyle/>
          <a:p>
            <a:r>
              <a:rPr lang="tr-TR" sz="2200" b="1">
                <a:solidFill>
                  <a:srgbClr val="292321"/>
                </a:solidFill>
                <a:latin typeface="Aptos" panose="020B0004020202020204" pitchFamily="34" charset="0"/>
              </a:rPr>
              <a:t>Kolayca paylaş</a:t>
            </a:r>
          </a:p>
        </p:txBody>
      </p:sp>
      <p:sp>
        <p:nvSpPr>
          <p:cNvPr id="15" name="Metin kutusu 14">
            <a:extLst>
              <a:ext uri="{FF2B5EF4-FFF2-40B4-BE49-F238E27FC236}">
                <a16:creationId xmlns:a16="http://schemas.microsoft.com/office/drawing/2014/main" id="{DBF94430-50AF-E9AB-D84C-C3B2EFF9FFE6}"/>
              </a:ext>
            </a:extLst>
          </p:cNvPr>
          <p:cNvSpPr txBox="1"/>
          <p:nvPr/>
        </p:nvSpPr>
        <p:spPr>
          <a:xfrm>
            <a:off x="4584700" y="4343400"/>
            <a:ext cx="3009900" cy="784830"/>
          </a:xfrm>
          <a:prstGeom prst="rect">
            <a:avLst/>
          </a:prstGeom>
          <a:noFill/>
        </p:spPr>
        <p:txBody>
          <a:bodyPr vert="horz" wrap="square" lIns="0" tIns="0" rIns="0" bIns="0" rtlCol="0">
            <a:spAutoFit/>
          </a:bodyPr>
          <a:lstStyle/>
          <a:p>
            <a:r>
              <a:rPr lang="es-ES" sz="1700">
                <a:solidFill>
                  <a:srgbClr val="726760"/>
                </a:solidFill>
                <a:latin typeface="Aptos" panose="020B0004020202020204" pitchFamily="34" charset="0"/>
              </a:rPr>
              <a:t>Uygulama indirmeden, üyelik açmadan fotoğraf ve video yükler.</a:t>
            </a:r>
            <a:endParaRPr lang="tr-TR" sz="1700">
              <a:solidFill>
                <a:srgbClr val="726760"/>
              </a:solidFill>
              <a:latin typeface="Aptos" panose="020B0004020202020204" pitchFamily="34" charset="0"/>
            </a:endParaRPr>
          </a:p>
        </p:txBody>
      </p:sp>
      <p:sp>
        <p:nvSpPr>
          <p:cNvPr id="16" name="Dikdörtgen 15">
            <a:extLst>
              <a:ext uri="{FF2B5EF4-FFF2-40B4-BE49-F238E27FC236}">
                <a16:creationId xmlns:a16="http://schemas.microsoft.com/office/drawing/2014/main" id="{1297F651-5983-19F0-CC8B-47959D5F789F}"/>
              </a:ext>
            </a:extLst>
          </p:cNvPr>
          <p:cNvSpPr/>
          <p:nvPr/>
        </p:nvSpPr>
        <p:spPr>
          <a:xfrm>
            <a:off x="8128000" y="2781300"/>
            <a:ext cx="3517900" cy="2794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7" name="Metin kutusu 16">
            <a:extLst>
              <a:ext uri="{FF2B5EF4-FFF2-40B4-BE49-F238E27FC236}">
                <a16:creationId xmlns:a16="http://schemas.microsoft.com/office/drawing/2014/main" id="{1FA50A0F-7A23-18BB-B90F-5A54AA0AB404}"/>
              </a:ext>
            </a:extLst>
          </p:cNvPr>
          <p:cNvSpPr txBox="1"/>
          <p:nvPr/>
        </p:nvSpPr>
        <p:spPr>
          <a:xfrm>
            <a:off x="8382000" y="3048000"/>
            <a:ext cx="3009900" cy="415498"/>
          </a:xfrm>
          <a:prstGeom prst="rect">
            <a:avLst/>
          </a:prstGeom>
          <a:noFill/>
        </p:spPr>
        <p:txBody>
          <a:bodyPr vert="horz" wrap="square" lIns="0" tIns="0" rIns="0" bIns="0" rtlCol="0">
            <a:spAutoFit/>
          </a:bodyPr>
          <a:lstStyle/>
          <a:p>
            <a:r>
              <a:rPr lang="tr-TR" sz="2700" b="1">
                <a:solidFill>
                  <a:srgbClr val="9B292E"/>
                </a:solidFill>
                <a:latin typeface="Aptos" panose="020B0004020202020204" pitchFamily="34" charset="0"/>
              </a:rPr>
              <a:t>03</a:t>
            </a:r>
          </a:p>
        </p:txBody>
      </p:sp>
      <p:sp>
        <p:nvSpPr>
          <p:cNvPr id="18" name="Metin kutusu 17">
            <a:extLst>
              <a:ext uri="{FF2B5EF4-FFF2-40B4-BE49-F238E27FC236}">
                <a16:creationId xmlns:a16="http://schemas.microsoft.com/office/drawing/2014/main" id="{AC034CAA-3C88-A383-AF64-ED4DC31E0BDE}"/>
              </a:ext>
            </a:extLst>
          </p:cNvPr>
          <p:cNvSpPr txBox="1"/>
          <p:nvPr/>
        </p:nvSpPr>
        <p:spPr>
          <a:xfrm>
            <a:off x="8382000" y="3746500"/>
            <a:ext cx="3009900" cy="338554"/>
          </a:xfrm>
          <a:prstGeom prst="rect">
            <a:avLst/>
          </a:prstGeom>
          <a:noFill/>
        </p:spPr>
        <p:txBody>
          <a:bodyPr vert="horz" wrap="square" lIns="0" tIns="0" rIns="0" bIns="0" rtlCol="0">
            <a:spAutoFit/>
          </a:bodyPr>
          <a:lstStyle/>
          <a:p>
            <a:r>
              <a:rPr lang="tr-TR" sz="2200" b="1">
                <a:solidFill>
                  <a:srgbClr val="292321"/>
                </a:solidFill>
                <a:latin typeface="Aptos" panose="020B0004020202020204" pitchFamily="34" charset="0"/>
              </a:rPr>
              <a:t>Anıları sakla</a:t>
            </a:r>
          </a:p>
        </p:txBody>
      </p:sp>
      <p:sp>
        <p:nvSpPr>
          <p:cNvPr id="19" name="Metin kutusu 18">
            <a:extLst>
              <a:ext uri="{FF2B5EF4-FFF2-40B4-BE49-F238E27FC236}">
                <a16:creationId xmlns:a16="http://schemas.microsoft.com/office/drawing/2014/main" id="{37B4599F-26CC-7B55-1908-85F54E94F1DE}"/>
              </a:ext>
            </a:extLst>
          </p:cNvPr>
          <p:cNvSpPr txBox="1"/>
          <p:nvPr/>
        </p:nvSpPr>
        <p:spPr>
          <a:xfrm>
            <a:off x="8382000" y="4343400"/>
            <a:ext cx="3009900" cy="523220"/>
          </a:xfrm>
          <a:prstGeom prst="rect">
            <a:avLst/>
          </a:prstGeom>
          <a:noFill/>
        </p:spPr>
        <p:txBody>
          <a:bodyPr vert="horz" wrap="square" lIns="0" tIns="0" rIns="0" bIns="0" rtlCol="0">
            <a:spAutoFit/>
          </a:bodyPr>
          <a:lstStyle/>
          <a:p>
            <a:r>
              <a:rPr lang="tr-TR" sz="1700">
                <a:solidFill>
                  <a:srgbClr val="726760"/>
                </a:solidFill>
                <a:latin typeface="Aptos" panose="020B0004020202020204" pitchFamily="34" charset="0"/>
              </a:rPr>
              <a:t>Organizasyon sahibi özel albüme erişir, içerikleri indirir.</a:t>
            </a:r>
          </a:p>
        </p:txBody>
      </p:sp>
      <p:sp>
        <p:nvSpPr>
          <p:cNvPr id="20" name="Metin kutusu 19">
            <a:extLst>
              <a:ext uri="{FF2B5EF4-FFF2-40B4-BE49-F238E27FC236}">
                <a16:creationId xmlns:a16="http://schemas.microsoft.com/office/drawing/2014/main" id="{7739062A-B136-BE8D-97AB-7469C7895CB2}"/>
              </a:ext>
            </a:extLst>
          </p:cNvPr>
          <p:cNvSpPr txBox="1"/>
          <p:nvPr/>
        </p:nvSpPr>
        <p:spPr>
          <a:xfrm>
            <a:off x="533400" y="5867400"/>
            <a:ext cx="11125200" cy="215444"/>
          </a:xfrm>
          <a:prstGeom prst="rect">
            <a:avLst/>
          </a:prstGeom>
          <a:noFill/>
        </p:spPr>
        <p:txBody>
          <a:bodyPr vert="horz" wrap="square" lIns="0" tIns="0" rIns="0" bIns="0" rtlCol="0">
            <a:spAutoFit/>
          </a:bodyPr>
          <a:lstStyle/>
          <a:p>
            <a:r>
              <a:rPr lang="tr-TR" sz="1400">
                <a:solidFill>
                  <a:srgbClr val="726760"/>
                </a:solidFill>
                <a:latin typeface="Aptos" panose="020B0004020202020204" pitchFamily="34" charset="0"/>
              </a:rPr>
              <a:t>Misafirler diğer kişilerin yüklediği içerikleri görüntülemez.</a:t>
            </a:r>
          </a:p>
        </p:txBody>
      </p:sp>
    </p:spTree>
    <p:extLst>
      <p:ext uri="{BB962C8B-B14F-4D97-AF65-F5344CB8AC3E}">
        <p14:creationId xmlns:p14="http://schemas.microsoft.com/office/powerpoint/2010/main" val="36104721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BF7F0"/>
        </a:solidFill>
        <a:effectLst/>
      </p:bgPr>
    </p:bg>
    <p:spTree>
      <p:nvGrpSpPr>
        <p:cNvPr id="1" name=""/>
        <p:cNvGrpSpPr/>
        <p:nvPr/>
      </p:nvGrpSpPr>
      <p:grpSpPr>
        <a:xfrm>
          <a:off x="0" y="0"/>
          <a:ext cx="0" cy="0"/>
          <a:chOff x="0" y="0"/>
          <a:chExt cx="0" cy="0"/>
        </a:xfrm>
      </p:grpSpPr>
      <p:sp>
        <p:nvSpPr>
          <p:cNvPr id="2" name="Metin kutusu 1">
            <a:extLst>
              <a:ext uri="{FF2B5EF4-FFF2-40B4-BE49-F238E27FC236}">
                <a16:creationId xmlns:a16="http://schemas.microsoft.com/office/drawing/2014/main" id="{E5646BB1-CECC-1A43-39F0-9E58F7B0F1DC}"/>
              </a:ext>
            </a:extLst>
          </p:cNvPr>
          <p:cNvSpPr txBox="1"/>
          <p:nvPr/>
        </p:nvSpPr>
        <p:spPr>
          <a:xfrm>
            <a:off x="533400" y="342900"/>
            <a:ext cx="11049000" cy="169277"/>
          </a:xfrm>
          <a:prstGeom prst="rect">
            <a:avLst/>
          </a:prstGeom>
          <a:noFill/>
        </p:spPr>
        <p:txBody>
          <a:bodyPr vert="horz" wrap="square" lIns="0" tIns="0" rIns="0" bIns="0" rtlCol="0">
            <a:spAutoFit/>
          </a:bodyPr>
          <a:lstStyle/>
          <a:p>
            <a:r>
              <a:rPr lang="tr-TR" sz="1100" b="1">
                <a:solidFill>
                  <a:srgbClr val="9B292E"/>
                </a:solidFill>
                <a:latin typeface="Aptos" panose="020B0004020202020204" pitchFamily="34" charset="0"/>
              </a:rPr>
              <a:t>İLK ORGANİZASYON • HİLAL &amp; OĞUZHAN</a:t>
            </a:r>
          </a:p>
        </p:txBody>
      </p:sp>
      <p:sp>
        <p:nvSpPr>
          <p:cNvPr id="3" name="Metin kutusu 2">
            <a:extLst>
              <a:ext uri="{FF2B5EF4-FFF2-40B4-BE49-F238E27FC236}">
                <a16:creationId xmlns:a16="http://schemas.microsoft.com/office/drawing/2014/main" id="{C05F6873-2A95-3A11-FC5D-95F38ACA0AC7}"/>
              </a:ext>
            </a:extLst>
          </p:cNvPr>
          <p:cNvSpPr txBox="1"/>
          <p:nvPr/>
        </p:nvSpPr>
        <p:spPr>
          <a:xfrm>
            <a:off x="533400" y="825500"/>
            <a:ext cx="11176000" cy="477054"/>
          </a:xfrm>
          <a:prstGeom prst="rect">
            <a:avLst/>
          </a:prstGeom>
          <a:noFill/>
        </p:spPr>
        <p:txBody>
          <a:bodyPr vert="horz" wrap="square" lIns="0" tIns="0" rIns="0" bIns="0" rtlCol="0">
            <a:spAutoFit/>
          </a:bodyPr>
          <a:lstStyle/>
          <a:p>
            <a:r>
              <a:rPr lang="tr-TR" sz="3100" b="1">
                <a:solidFill>
                  <a:srgbClr val="292321"/>
                </a:solidFill>
                <a:latin typeface="Aptos" panose="020B0004020202020204" pitchFamily="34" charset="0"/>
              </a:rPr>
              <a:t>Fikirden baskıya: ilk QR kartımız hazır.</a:t>
            </a:r>
          </a:p>
        </p:txBody>
      </p:sp>
      <p:sp>
        <p:nvSpPr>
          <p:cNvPr id="4" name="Metin kutusu 3">
            <a:extLst>
              <a:ext uri="{FF2B5EF4-FFF2-40B4-BE49-F238E27FC236}">
                <a16:creationId xmlns:a16="http://schemas.microsoft.com/office/drawing/2014/main" id="{51B0151F-0238-8E45-38C0-6444DC447F56}"/>
              </a:ext>
            </a:extLst>
          </p:cNvPr>
          <p:cNvSpPr txBox="1"/>
          <p:nvPr/>
        </p:nvSpPr>
        <p:spPr>
          <a:xfrm>
            <a:off x="533400" y="1803400"/>
            <a:ext cx="11049000" cy="246221"/>
          </a:xfrm>
          <a:prstGeom prst="rect">
            <a:avLst/>
          </a:prstGeom>
          <a:noFill/>
        </p:spPr>
        <p:txBody>
          <a:bodyPr vert="horz" wrap="square" lIns="0" tIns="0" rIns="0" bIns="0" rtlCol="0">
            <a:spAutoFit/>
          </a:bodyPr>
          <a:lstStyle/>
          <a:p>
            <a:r>
              <a:rPr lang="tr-TR" sz="1600">
                <a:solidFill>
                  <a:srgbClr val="726760"/>
                </a:solidFill>
                <a:latin typeface="Aptos" panose="020B0004020202020204" pitchFamily="34" charset="0"/>
              </a:rPr>
              <a:t>Organizasyona özel hazırlanan QR ve karşılama kartı tasarımları.</a:t>
            </a:r>
          </a:p>
        </p:txBody>
      </p:sp>
      <p:sp>
        <p:nvSpPr>
          <p:cNvPr id="5" name="Dikdörtgen 4">
            <a:extLst>
              <a:ext uri="{FF2B5EF4-FFF2-40B4-BE49-F238E27FC236}">
                <a16:creationId xmlns:a16="http://schemas.microsoft.com/office/drawing/2014/main" id="{63EFDBB1-B34F-5B7B-17A8-3E1950439E4B}"/>
              </a:ext>
            </a:extLst>
          </p:cNvPr>
          <p:cNvSpPr/>
          <p:nvPr/>
        </p:nvSpPr>
        <p:spPr>
          <a:xfrm>
            <a:off x="533400" y="6375400"/>
            <a:ext cx="11125200" cy="12700"/>
          </a:xfrm>
          <a:prstGeom prst="rect">
            <a:avLst/>
          </a:prstGeom>
          <a:solidFill>
            <a:srgbClr val="E5DAD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6" name="Metin kutusu 5">
            <a:extLst>
              <a:ext uri="{FF2B5EF4-FFF2-40B4-BE49-F238E27FC236}">
                <a16:creationId xmlns:a16="http://schemas.microsoft.com/office/drawing/2014/main" id="{E6278F60-1179-2F32-C379-2BB3C47AD9A6}"/>
              </a:ext>
            </a:extLst>
          </p:cNvPr>
          <p:cNvSpPr txBox="1"/>
          <p:nvPr/>
        </p:nvSpPr>
        <p:spPr>
          <a:xfrm>
            <a:off x="533400" y="6502400"/>
            <a:ext cx="5715000" cy="138499"/>
          </a:xfrm>
          <a:prstGeom prst="rect">
            <a:avLst/>
          </a:prstGeom>
          <a:noFill/>
        </p:spPr>
        <p:txBody>
          <a:bodyPr vert="horz" wrap="square" lIns="0" tIns="0" rIns="0" bIns="0" rtlCol="0">
            <a:spAutoFit/>
          </a:bodyPr>
          <a:lstStyle/>
          <a:p>
            <a:r>
              <a:rPr lang="tr-TR" sz="900">
                <a:solidFill>
                  <a:srgbClr val="726760"/>
                </a:solidFill>
                <a:latin typeface="Aptos" panose="020B0004020202020204" pitchFamily="34" charset="0"/>
              </a:rPr>
              <a:t>ANILAR  /  PARTNERLİK</a:t>
            </a:r>
          </a:p>
        </p:txBody>
      </p:sp>
      <p:sp>
        <p:nvSpPr>
          <p:cNvPr id="7" name="Metin kutusu 6">
            <a:extLst>
              <a:ext uri="{FF2B5EF4-FFF2-40B4-BE49-F238E27FC236}">
                <a16:creationId xmlns:a16="http://schemas.microsoft.com/office/drawing/2014/main" id="{57388623-2B3A-D370-1CAE-442A674035AE}"/>
              </a:ext>
            </a:extLst>
          </p:cNvPr>
          <p:cNvSpPr txBox="1"/>
          <p:nvPr/>
        </p:nvSpPr>
        <p:spPr>
          <a:xfrm>
            <a:off x="11277600" y="6502400"/>
            <a:ext cx="381000" cy="138499"/>
          </a:xfrm>
          <a:prstGeom prst="rect">
            <a:avLst/>
          </a:prstGeom>
          <a:noFill/>
        </p:spPr>
        <p:txBody>
          <a:bodyPr vert="horz" wrap="square" lIns="0" tIns="0" rIns="0" bIns="0" rtlCol="0">
            <a:spAutoFit/>
          </a:bodyPr>
          <a:lstStyle/>
          <a:p>
            <a:r>
              <a:rPr lang="tr-TR" sz="900">
                <a:solidFill>
                  <a:srgbClr val="726760"/>
                </a:solidFill>
                <a:latin typeface="Aptos" panose="020B0004020202020204" pitchFamily="34" charset="0"/>
              </a:rPr>
              <a:t>07</a:t>
            </a:r>
          </a:p>
        </p:txBody>
      </p:sp>
      <p:sp>
        <p:nvSpPr>
          <p:cNvPr id="8" name="Dikdörtgen 7">
            <a:extLst>
              <a:ext uri="{FF2B5EF4-FFF2-40B4-BE49-F238E27FC236}">
                <a16:creationId xmlns:a16="http://schemas.microsoft.com/office/drawing/2014/main" id="{F1961B92-4FD9-EF8D-A015-5023A243550A}"/>
              </a:ext>
            </a:extLst>
          </p:cNvPr>
          <p:cNvSpPr/>
          <p:nvPr/>
        </p:nvSpPr>
        <p:spPr>
          <a:xfrm>
            <a:off x="533400" y="2667000"/>
            <a:ext cx="5435600" cy="31242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9" name="Dikdörtgen 8">
            <a:extLst>
              <a:ext uri="{FF2B5EF4-FFF2-40B4-BE49-F238E27FC236}">
                <a16:creationId xmlns:a16="http://schemas.microsoft.com/office/drawing/2014/main" id="{09471DCE-9089-C02D-6944-E59ED21DB260}"/>
              </a:ext>
            </a:extLst>
          </p:cNvPr>
          <p:cNvSpPr/>
          <p:nvPr/>
        </p:nvSpPr>
        <p:spPr>
          <a:xfrm>
            <a:off x="6223000" y="2667000"/>
            <a:ext cx="5435600" cy="31242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11" name="Resim 10">
            <a:extLst>
              <a:ext uri="{FF2B5EF4-FFF2-40B4-BE49-F238E27FC236}">
                <a16:creationId xmlns:a16="http://schemas.microsoft.com/office/drawing/2014/main" id="{CE34FA07-8A17-F8AE-EF23-DB11DA31F01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5325" y="2768600"/>
            <a:ext cx="5111750" cy="2921000"/>
          </a:xfrm>
          <a:prstGeom prst="rect">
            <a:avLst/>
          </a:prstGeom>
        </p:spPr>
      </p:pic>
      <p:pic>
        <p:nvPicPr>
          <p:cNvPr id="13" name="Resim 12">
            <a:extLst>
              <a:ext uri="{FF2B5EF4-FFF2-40B4-BE49-F238E27FC236}">
                <a16:creationId xmlns:a16="http://schemas.microsoft.com/office/drawing/2014/main" id="{20077F65-B312-D71E-C629-679FCE1E4CAD}"/>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6384925" y="2768600"/>
            <a:ext cx="5111750" cy="2921000"/>
          </a:xfrm>
          <a:prstGeom prst="rect">
            <a:avLst/>
          </a:prstGeom>
        </p:spPr>
      </p:pic>
      <p:sp>
        <p:nvSpPr>
          <p:cNvPr id="14" name="Metin kutusu 13">
            <a:extLst>
              <a:ext uri="{FF2B5EF4-FFF2-40B4-BE49-F238E27FC236}">
                <a16:creationId xmlns:a16="http://schemas.microsoft.com/office/drawing/2014/main" id="{7838A063-5F8B-3063-1C35-D26A034C901F}"/>
              </a:ext>
            </a:extLst>
          </p:cNvPr>
          <p:cNvSpPr txBox="1"/>
          <p:nvPr/>
        </p:nvSpPr>
        <p:spPr>
          <a:xfrm>
            <a:off x="533400" y="5930900"/>
            <a:ext cx="5461000" cy="215444"/>
          </a:xfrm>
          <a:prstGeom prst="rect">
            <a:avLst/>
          </a:prstGeom>
          <a:noFill/>
        </p:spPr>
        <p:txBody>
          <a:bodyPr vert="horz" wrap="square" lIns="0" tIns="0" rIns="0" bIns="0" rtlCol="0">
            <a:spAutoFit/>
          </a:bodyPr>
          <a:lstStyle/>
          <a:p>
            <a:r>
              <a:rPr lang="tr-TR" sz="1400" b="1">
                <a:solidFill>
                  <a:srgbClr val="9B292E"/>
                </a:solidFill>
                <a:latin typeface="Aptos" panose="020B0004020202020204" pitchFamily="34" charset="0"/>
              </a:rPr>
              <a:t>QR kartı • Anı yakala, sevgiyi paylaş</a:t>
            </a:r>
          </a:p>
        </p:txBody>
      </p:sp>
      <p:sp>
        <p:nvSpPr>
          <p:cNvPr id="15" name="Metin kutusu 14">
            <a:extLst>
              <a:ext uri="{FF2B5EF4-FFF2-40B4-BE49-F238E27FC236}">
                <a16:creationId xmlns:a16="http://schemas.microsoft.com/office/drawing/2014/main" id="{5AD2D2B0-A4AE-7500-07AA-B191C3313B0F}"/>
              </a:ext>
            </a:extLst>
          </p:cNvPr>
          <p:cNvSpPr txBox="1"/>
          <p:nvPr/>
        </p:nvSpPr>
        <p:spPr>
          <a:xfrm>
            <a:off x="6223000" y="5930900"/>
            <a:ext cx="5435600" cy="215444"/>
          </a:xfrm>
          <a:prstGeom prst="rect">
            <a:avLst/>
          </a:prstGeom>
          <a:noFill/>
        </p:spPr>
        <p:txBody>
          <a:bodyPr vert="horz" wrap="square" lIns="0" tIns="0" rIns="0" bIns="0" rtlCol="0">
            <a:spAutoFit/>
          </a:bodyPr>
          <a:lstStyle/>
          <a:p>
            <a:r>
              <a:rPr lang="tr-TR" sz="1400" b="1">
                <a:solidFill>
                  <a:srgbClr val="9B292E"/>
                </a:solidFill>
                <a:latin typeface="Aptos" panose="020B0004020202020204" pitchFamily="34" charset="0"/>
              </a:rPr>
              <a:t>Karşılama kartı • Hilal &amp; Oğuzhan</a:t>
            </a:r>
          </a:p>
        </p:txBody>
      </p:sp>
    </p:spTree>
    <p:extLst>
      <p:ext uri="{BB962C8B-B14F-4D97-AF65-F5344CB8AC3E}">
        <p14:creationId xmlns:p14="http://schemas.microsoft.com/office/powerpoint/2010/main" val="18445373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BF7F0"/>
        </a:solidFill>
        <a:effectLst/>
      </p:bgPr>
    </p:bg>
    <p:spTree>
      <p:nvGrpSpPr>
        <p:cNvPr id="1" name=""/>
        <p:cNvGrpSpPr/>
        <p:nvPr/>
      </p:nvGrpSpPr>
      <p:grpSpPr>
        <a:xfrm>
          <a:off x="0" y="0"/>
          <a:ext cx="0" cy="0"/>
          <a:chOff x="0" y="0"/>
          <a:chExt cx="0" cy="0"/>
        </a:xfrm>
      </p:grpSpPr>
      <p:sp>
        <p:nvSpPr>
          <p:cNvPr id="2" name="Metin kutusu 1">
            <a:extLst>
              <a:ext uri="{FF2B5EF4-FFF2-40B4-BE49-F238E27FC236}">
                <a16:creationId xmlns:a16="http://schemas.microsoft.com/office/drawing/2014/main" id="{74701253-6643-00C9-7752-6CBD60C84EA6}"/>
              </a:ext>
            </a:extLst>
          </p:cNvPr>
          <p:cNvSpPr txBox="1"/>
          <p:nvPr/>
        </p:nvSpPr>
        <p:spPr>
          <a:xfrm>
            <a:off x="533400" y="342900"/>
            <a:ext cx="11049000" cy="169277"/>
          </a:xfrm>
          <a:prstGeom prst="rect">
            <a:avLst/>
          </a:prstGeom>
          <a:noFill/>
        </p:spPr>
        <p:txBody>
          <a:bodyPr vert="horz" wrap="square" lIns="0" tIns="0" rIns="0" bIns="0" rtlCol="0">
            <a:spAutoFit/>
          </a:bodyPr>
          <a:lstStyle/>
          <a:p>
            <a:r>
              <a:rPr lang="tr-TR" sz="1100" b="1">
                <a:solidFill>
                  <a:srgbClr val="9B292E"/>
                </a:solidFill>
                <a:latin typeface="Aptos" panose="020B0004020202020204" pitchFamily="34" charset="0"/>
              </a:rPr>
              <a:t>MASA ÜZERİNDEKİ DENEYİM</a:t>
            </a:r>
          </a:p>
        </p:txBody>
      </p:sp>
      <p:sp>
        <p:nvSpPr>
          <p:cNvPr id="3" name="Metin kutusu 2">
            <a:extLst>
              <a:ext uri="{FF2B5EF4-FFF2-40B4-BE49-F238E27FC236}">
                <a16:creationId xmlns:a16="http://schemas.microsoft.com/office/drawing/2014/main" id="{F5E49CC7-C09A-74DB-25DA-0F4DEED544E6}"/>
              </a:ext>
            </a:extLst>
          </p:cNvPr>
          <p:cNvSpPr txBox="1"/>
          <p:nvPr/>
        </p:nvSpPr>
        <p:spPr>
          <a:xfrm>
            <a:off x="533400" y="825500"/>
            <a:ext cx="11176000" cy="477054"/>
          </a:xfrm>
          <a:prstGeom prst="rect">
            <a:avLst/>
          </a:prstGeom>
          <a:noFill/>
        </p:spPr>
        <p:txBody>
          <a:bodyPr vert="horz" wrap="square" lIns="0" tIns="0" rIns="0" bIns="0" rtlCol="0">
            <a:spAutoFit/>
          </a:bodyPr>
          <a:lstStyle/>
          <a:p>
            <a:r>
              <a:rPr lang="tr-TR" sz="3100" b="1">
                <a:solidFill>
                  <a:srgbClr val="292321"/>
                </a:solidFill>
                <a:latin typeface="Aptos" panose="020B0004020202020204" pitchFamily="34" charset="0"/>
              </a:rPr>
              <a:t>Organizasyonun tasarımına eşlik eden bir davet.</a:t>
            </a:r>
          </a:p>
        </p:txBody>
      </p:sp>
      <p:sp>
        <p:nvSpPr>
          <p:cNvPr id="4" name="Dikdörtgen 3">
            <a:extLst>
              <a:ext uri="{FF2B5EF4-FFF2-40B4-BE49-F238E27FC236}">
                <a16:creationId xmlns:a16="http://schemas.microsoft.com/office/drawing/2014/main" id="{561B70C4-C684-41BD-3823-448BD001A451}"/>
              </a:ext>
            </a:extLst>
          </p:cNvPr>
          <p:cNvSpPr/>
          <p:nvPr/>
        </p:nvSpPr>
        <p:spPr>
          <a:xfrm>
            <a:off x="533400" y="6375400"/>
            <a:ext cx="11125200" cy="12700"/>
          </a:xfrm>
          <a:prstGeom prst="rect">
            <a:avLst/>
          </a:prstGeom>
          <a:solidFill>
            <a:srgbClr val="E5DAD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5" name="Metin kutusu 4">
            <a:extLst>
              <a:ext uri="{FF2B5EF4-FFF2-40B4-BE49-F238E27FC236}">
                <a16:creationId xmlns:a16="http://schemas.microsoft.com/office/drawing/2014/main" id="{34D59105-3F88-6417-ECBC-4AFA3C32FDBC}"/>
              </a:ext>
            </a:extLst>
          </p:cNvPr>
          <p:cNvSpPr txBox="1"/>
          <p:nvPr/>
        </p:nvSpPr>
        <p:spPr>
          <a:xfrm>
            <a:off x="533400" y="6502400"/>
            <a:ext cx="5715000" cy="138499"/>
          </a:xfrm>
          <a:prstGeom prst="rect">
            <a:avLst/>
          </a:prstGeom>
          <a:noFill/>
        </p:spPr>
        <p:txBody>
          <a:bodyPr vert="horz" wrap="square" lIns="0" tIns="0" rIns="0" bIns="0" rtlCol="0">
            <a:spAutoFit/>
          </a:bodyPr>
          <a:lstStyle/>
          <a:p>
            <a:r>
              <a:rPr lang="tr-TR" sz="900">
                <a:solidFill>
                  <a:srgbClr val="726760"/>
                </a:solidFill>
                <a:latin typeface="Aptos" panose="020B0004020202020204" pitchFamily="34" charset="0"/>
              </a:rPr>
              <a:t>ANILAR  /  PARTNERLİK</a:t>
            </a:r>
          </a:p>
        </p:txBody>
      </p:sp>
      <p:sp>
        <p:nvSpPr>
          <p:cNvPr id="6" name="Metin kutusu 5">
            <a:extLst>
              <a:ext uri="{FF2B5EF4-FFF2-40B4-BE49-F238E27FC236}">
                <a16:creationId xmlns:a16="http://schemas.microsoft.com/office/drawing/2014/main" id="{9E5A2F7B-4D6A-83F9-5C66-897CEF8D41BF}"/>
              </a:ext>
            </a:extLst>
          </p:cNvPr>
          <p:cNvSpPr txBox="1"/>
          <p:nvPr/>
        </p:nvSpPr>
        <p:spPr>
          <a:xfrm>
            <a:off x="11277600" y="6502400"/>
            <a:ext cx="381000" cy="138499"/>
          </a:xfrm>
          <a:prstGeom prst="rect">
            <a:avLst/>
          </a:prstGeom>
          <a:noFill/>
        </p:spPr>
        <p:txBody>
          <a:bodyPr vert="horz" wrap="square" lIns="0" tIns="0" rIns="0" bIns="0" rtlCol="0">
            <a:spAutoFit/>
          </a:bodyPr>
          <a:lstStyle/>
          <a:p>
            <a:r>
              <a:rPr lang="tr-TR" sz="900">
                <a:solidFill>
                  <a:srgbClr val="726760"/>
                </a:solidFill>
                <a:latin typeface="Aptos" panose="020B0004020202020204" pitchFamily="34" charset="0"/>
              </a:rPr>
              <a:t>08</a:t>
            </a:r>
          </a:p>
        </p:txBody>
      </p:sp>
      <p:pic>
        <p:nvPicPr>
          <p:cNvPr id="8" name="Resim 7">
            <a:extLst>
              <a:ext uri="{FF2B5EF4-FFF2-40B4-BE49-F238E27FC236}">
                <a16:creationId xmlns:a16="http://schemas.microsoft.com/office/drawing/2014/main" id="{F895CBFA-3F9E-0085-6B33-DA7AC907AC03}"/>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2383929" y="1917700"/>
            <a:ext cx="7424142" cy="4178300"/>
          </a:xfrm>
          <a:prstGeom prst="rect">
            <a:avLst/>
          </a:prstGeom>
        </p:spPr>
      </p:pic>
      <p:sp>
        <p:nvSpPr>
          <p:cNvPr id="9" name="Metin kutusu 8">
            <a:extLst>
              <a:ext uri="{FF2B5EF4-FFF2-40B4-BE49-F238E27FC236}">
                <a16:creationId xmlns:a16="http://schemas.microsoft.com/office/drawing/2014/main" id="{C215A459-77BE-A091-FCF7-C393CB587D9E}"/>
              </a:ext>
            </a:extLst>
          </p:cNvPr>
          <p:cNvSpPr txBox="1"/>
          <p:nvPr/>
        </p:nvSpPr>
        <p:spPr>
          <a:xfrm>
            <a:off x="533400" y="6096000"/>
            <a:ext cx="11125200" cy="169277"/>
          </a:xfrm>
          <a:prstGeom prst="rect">
            <a:avLst/>
          </a:prstGeom>
          <a:noFill/>
        </p:spPr>
        <p:txBody>
          <a:bodyPr vert="horz" wrap="square" lIns="0" tIns="0" rIns="0" bIns="0" rtlCol="0">
            <a:spAutoFit/>
          </a:bodyPr>
          <a:lstStyle/>
          <a:p>
            <a:r>
              <a:rPr lang="tr-TR" sz="1100">
                <a:solidFill>
                  <a:srgbClr val="726760"/>
                </a:solidFill>
                <a:latin typeface="Aptos" panose="020B0004020202020204" pitchFamily="34" charset="0"/>
              </a:rPr>
              <a:t>Temsili masa yerleşimi • Tasarım görselleştirmesidir; gerçekleşmiş etkinlik fotoğrafı değildir.</a:t>
            </a:r>
          </a:p>
        </p:txBody>
      </p:sp>
    </p:spTree>
    <p:extLst>
      <p:ext uri="{BB962C8B-B14F-4D97-AF65-F5344CB8AC3E}">
        <p14:creationId xmlns:p14="http://schemas.microsoft.com/office/powerpoint/2010/main" val="9342391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BF7F0"/>
        </a:solidFill>
        <a:effectLst/>
      </p:bgPr>
    </p:bg>
    <p:spTree>
      <p:nvGrpSpPr>
        <p:cNvPr id="1" name=""/>
        <p:cNvGrpSpPr/>
        <p:nvPr/>
      </p:nvGrpSpPr>
      <p:grpSpPr>
        <a:xfrm>
          <a:off x="0" y="0"/>
          <a:ext cx="0" cy="0"/>
          <a:chOff x="0" y="0"/>
          <a:chExt cx="0" cy="0"/>
        </a:xfrm>
      </p:grpSpPr>
      <p:sp>
        <p:nvSpPr>
          <p:cNvPr id="2" name="Metin kutusu 1">
            <a:extLst>
              <a:ext uri="{FF2B5EF4-FFF2-40B4-BE49-F238E27FC236}">
                <a16:creationId xmlns:a16="http://schemas.microsoft.com/office/drawing/2014/main" id="{98E99484-87BE-6188-EB14-57A7C1DE76AD}"/>
              </a:ext>
            </a:extLst>
          </p:cNvPr>
          <p:cNvSpPr txBox="1"/>
          <p:nvPr/>
        </p:nvSpPr>
        <p:spPr>
          <a:xfrm>
            <a:off x="533400" y="342900"/>
            <a:ext cx="11049000" cy="169277"/>
          </a:xfrm>
          <a:prstGeom prst="rect">
            <a:avLst/>
          </a:prstGeom>
          <a:noFill/>
        </p:spPr>
        <p:txBody>
          <a:bodyPr vert="horz" wrap="square" lIns="0" tIns="0" rIns="0" bIns="0" rtlCol="0">
            <a:spAutoFit/>
          </a:bodyPr>
          <a:lstStyle/>
          <a:p>
            <a:r>
              <a:rPr lang="tr-TR" sz="1100" b="1">
                <a:solidFill>
                  <a:srgbClr val="9B292E"/>
                </a:solidFill>
                <a:latin typeface="Aptos" panose="020B0004020202020204" pitchFamily="34" charset="0"/>
              </a:rPr>
              <a:t>HİZMET AKIŞI</a:t>
            </a:r>
          </a:p>
        </p:txBody>
      </p:sp>
      <p:sp>
        <p:nvSpPr>
          <p:cNvPr id="3" name="Metin kutusu 2">
            <a:extLst>
              <a:ext uri="{FF2B5EF4-FFF2-40B4-BE49-F238E27FC236}">
                <a16:creationId xmlns:a16="http://schemas.microsoft.com/office/drawing/2014/main" id="{6AD75F33-9737-8EF1-7637-749608057515}"/>
              </a:ext>
            </a:extLst>
          </p:cNvPr>
          <p:cNvSpPr txBox="1"/>
          <p:nvPr/>
        </p:nvSpPr>
        <p:spPr>
          <a:xfrm>
            <a:off x="533400" y="825500"/>
            <a:ext cx="11176000" cy="477054"/>
          </a:xfrm>
          <a:prstGeom prst="rect">
            <a:avLst/>
          </a:prstGeom>
          <a:noFill/>
        </p:spPr>
        <p:txBody>
          <a:bodyPr vert="horz" wrap="square" lIns="0" tIns="0" rIns="0" bIns="0" rtlCol="0">
            <a:spAutoFit/>
          </a:bodyPr>
          <a:lstStyle/>
          <a:p>
            <a:r>
              <a:rPr lang="tr-TR" sz="3100" b="1">
                <a:solidFill>
                  <a:srgbClr val="292321"/>
                </a:solidFill>
                <a:latin typeface="Aptos" panose="020B0004020202020204" pitchFamily="34" charset="0"/>
              </a:rPr>
              <a:t>Hazırlıktan albüm teslimine.</a:t>
            </a:r>
          </a:p>
        </p:txBody>
      </p:sp>
      <p:sp>
        <p:nvSpPr>
          <p:cNvPr id="4" name="Dikdörtgen 3">
            <a:extLst>
              <a:ext uri="{FF2B5EF4-FFF2-40B4-BE49-F238E27FC236}">
                <a16:creationId xmlns:a16="http://schemas.microsoft.com/office/drawing/2014/main" id="{F3231245-1121-9F31-FCB0-5A575754284C}"/>
              </a:ext>
            </a:extLst>
          </p:cNvPr>
          <p:cNvSpPr/>
          <p:nvPr/>
        </p:nvSpPr>
        <p:spPr>
          <a:xfrm>
            <a:off x="533400" y="6375400"/>
            <a:ext cx="11125200" cy="12700"/>
          </a:xfrm>
          <a:prstGeom prst="rect">
            <a:avLst/>
          </a:prstGeom>
          <a:solidFill>
            <a:srgbClr val="E5DAD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5" name="Metin kutusu 4">
            <a:extLst>
              <a:ext uri="{FF2B5EF4-FFF2-40B4-BE49-F238E27FC236}">
                <a16:creationId xmlns:a16="http://schemas.microsoft.com/office/drawing/2014/main" id="{3B95EF85-E49E-AC75-2BFA-99E4F50A57E2}"/>
              </a:ext>
            </a:extLst>
          </p:cNvPr>
          <p:cNvSpPr txBox="1"/>
          <p:nvPr/>
        </p:nvSpPr>
        <p:spPr>
          <a:xfrm>
            <a:off x="533400" y="6502400"/>
            <a:ext cx="5715000" cy="138499"/>
          </a:xfrm>
          <a:prstGeom prst="rect">
            <a:avLst/>
          </a:prstGeom>
          <a:noFill/>
        </p:spPr>
        <p:txBody>
          <a:bodyPr vert="horz" wrap="square" lIns="0" tIns="0" rIns="0" bIns="0" rtlCol="0">
            <a:spAutoFit/>
          </a:bodyPr>
          <a:lstStyle/>
          <a:p>
            <a:r>
              <a:rPr lang="tr-TR" sz="900">
                <a:solidFill>
                  <a:srgbClr val="726760"/>
                </a:solidFill>
                <a:latin typeface="Aptos" panose="020B0004020202020204" pitchFamily="34" charset="0"/>
              </a:rPr>
              <a:t>ANILAR  /  PARTNERLİK</a:t>
            </a:r>
          </a:p>
        </p:txBody>
      </p:sp>
      <p:sp>
        <p:nvSpPr>
          <p:cNvPr id="6" name="Metin kutusu 5">
            <a:extLst>
              <a:ext uri="{FF2B5EF4-FFF2-40B4-BE49-F238E27FC236}">
                <a16:creationId xmlns:a16="http://schemas.microsoft.com/office/drawing/2014/main" id="{29C7FFFA-9EB8-5F17-533F-8B95F0534646}"/>
              </a:ext>
            </a:extLst>
          </p:cNvPr>
          <p:cNvSpPr txBox="1"/>
          <p:nvPr/>
        </p:nvSpPr>
        <p:spPr>
          <a:xfrm>
            <a:off x="11277600" y="6502400"/>
            <a:ext cx="381000" cy="138499"/>
          </a:xfrm>
          <a:prstGeom prst="rect">
            <a:avLst/>
          </a:prstGeom>
          <a:noFill/>
        </p:spPr>
        <p:txBody>
          <a:bodyPr vert="horz" wrap="square" lIns="0" tIns="0" rIns="0" bIns="0" rtlCol="0">
            <a:spAutoFit/>
          </a:bodyPr>
          <a:lstStyle/>
          <a:p>
            <a:r>
              <a:rPr lang="tr-TR" sz="900">
                <a:solidFill>
                  <a:srgbClr val="726760"/>
                </a:solidFill>
                <a:latin typeface="Aptos" panose="020B0004020202020204" pitchFamily="34" charset="0"/>
              </a:rPr>
              <a:t>09</a:t>
            </a:r>
          </a:p>
        </p:txBody>
      </p:sp>
      <p:sp>
        <p:nvSpPr>
          <p:cNvPr id="7" name="Dikdörtgen 6">
            <a:extLst>
              <a:ext uri="{FF2B5EF4-FFF2-40B4-BE49-F238E27FC236}">
                <a16:creationId xmlns:a16="http://schemas.microsoft.com/office/drawing/2014/main" id="{08CB2AFE-57B3-B211-4463-2030867EDB0D}"/>
              </a:ext>
            </a:extLst>
          </p:cNvPr>
          <p:cNvSpPr/>
          <p:nvPr/>
        </p:nvSpPr>
        <p:spPr>
          <a:xfrm>
            <a:off x="533400" y="2095500"/>
            <a:ext cx="647700" cy="647700"/>
          </a:xfrm>
          <a:prstGeom prst="rect">
            <a:avLst/>
          </a:prstGeom>
          <a:solidFill>
            <a:srgbClr val="9B29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8" name="Metin kutusu 7">
            <a:extLst>
              <a:ext uri="{FF2B5EF4-FFF2-40B4-BE49-F238E27FC236}">
                <a16:creationId xmlns:a16="http://schemas.microsoft.com/office/drawing/2014/main" id="{B3DA0EFA-2DEC-C694-9D39-7ABB5509A281}"/>
              </a:ext>
            </a:extLst>
          </p:cNvPr>
          <p:cNvSpPr txBox="1"/>
          <p:nvPr/>
        </p:nvSpPr>
        <p:spPr>
          <a:xfrm>
            <a:off x="762000" y="2209800"/>
            <a:ext cx="355600" cy="384721"/>
          </a:xfrm>
          <a:prstGeom prst="rect">
            <a:avLst/>
          </a:prstGeom>
          <a:noFill/>
        </p:spPr>
        <p:txBody>
          <a:bodyPr vert="horz" wrap="square" lIns="0" tIns="0" rIns="0" bIns="0" rtlCol="0">
            <a:spAutoFit/>
          </a:bodyPr>
          <a:lstStyle/>
          <a:p>
            <a:r>
              <a:rPr lang="tr-TR" sz="2500" b="1">
                <a:solidFill>
                  <a:srgbClr val="FFFFFF"/>
                </a:solidFill>
                <a:latin typeface="Aptos" panose="020B0004020202020204" pitchFamily="34" charset="0"/>
              </a:rPr>
              <a:t>1</a:t>
            </a:r>
          </a:p>
        </p:txBody>
      </p:sp>
      <p:sp>
        <p:nvSpPr>
          <p:cNvPr id="9" name="Metin kutusu 8">
            <a:extLst>
              <a:ext uri="{FF2B5EF4-FFF2-40B4-BE49-F238E27FC236}">
                <a16:creationId xmlns:a16="http://schemas.microsoft.com/office/drawing/2014/main" id="{DBFD1973-BCB1-BBFD-8054-89AF821277D4}"/>
              </a:ext>
            </a:extLst>
          </p:cNvPr>
          <p:cNvSpPr txBox="1"/>
          <p:nvPr/>
        </p:nvSpPr>
        <p:spPr>
          <a:xfrm>
            <a:off x="1460500" y="2095500"/>
            <a:ext cx="9906000" cy="338554"/>
          </a:xfrm>
          <a:prstGeom prst="rect">
            <a:avLst/>
          </a:prstGeom>
          <a:noFill/>
        </p:spPr>
        <p:txBody>
          <a:bodyPr vert="horz" wrap="square" lIns="0" tIns="0" rIns="0" bIns="0" rtlCol="0">
            <a:spAutoFit/>
          </a:bodyPr>
          <a:lstStyle/>
          <a:p>
            <a:r>
              <a:rPr lang="tr-TR" sz="2200" b="1">
                <a:solidFill>
                  <a:srgbClr val="292321"/>
                </a:solidFill>
                <a:latin typeface="Aptos" panose="020B0004020202020204" pitchFamily="34" charset="0"/>
              </a:rPr>
              <a:t>Organizasyona özel hazırlık</a:t>
            </a:r>
          </a:p>
        </p:txBody>
      </p:sp>
      <p:sp>
        <p:nvSpPr>
          <p:cNvPr id="10" name="Metin kutusu 9">
            <a:extLst>
              <a:ext uri="{FF2B5EF4-FFF2-40B4-BE49-F238E27FC236}">
                <a16:creationId xmlns:a16="http://schemas.microsoft.com/office/drawing/2014/main" id="{825544FB-D27A-C010-D11E-F4873382EF1F}"/>
              </a:ext>
            </a:extLst>
          </p:cNvPr>
          <p:cNvSpPr txBox="1"/>
          <p:nvPr/>
        </p:nvSpPr>
        <p:spPr>
          <a:xfrm>
            <a:off x="1460500" y="2565400"/>
            <a:ext cx="9906000" cy="261610"/>
          </a:xfrm>
          <a:prstGeom prst="rect">
            <a:avLst/>
          </a:prstGeom>
          <a:noFill/>
        </p:spPr>
        <p:txBody>
          <a:bodyPr vert="horz" wrap="square" lIns="0" tIns="0" rIns="0" bIns="0" rtlCol="0">
            <a:spAutoFit/>
          </a:bodyPr>
          <a:lstStyle/>
          <a:p>
            <a:r>
              <a:rPr lang="tr-TR" sz="1700">
                <a:solidFill>
                  <a:srgbClr val="726760"/>
                </a:solidFill>
                <a:latin typeface="Aptos" panose="020B0004020202020204" pitchFamily="34" charset="0"/>
              </a:rPr>
              <a:t>Paylaşım sayfası, kişisel karşılama ve QR baskısı.</a:t>
            </a:r>
          </a:p>
        </p:txBody>
      </p:sp>
      <p:sp>
        <p:nvSpPr>
          <p:cNvPr id="11" name="Dikdörtgen 10">
            <a:extLst>
              <a:ext uri="{FF2B5EF4-FFF2-40B4-BE49-F238E27FC236}">
                <a16:creationId xmlns:a16="http://schemas.microsoft.com/office/drawing/2014/main" id="{9DA0C3A7-DA20-7122-A5E1-1561D8E8879B}"/>
              </a:ext>
            </a:extLst>
          </p:cNvPr>
          <p:cNvSpPr/>
          <p:nvPr/>
        </p:nvSpPr>
        <p:spPr>
          <a:xfrm>
            <a:off x="533400" y="3200400"/>
            <a:ext cx="647700" cy="647700"/>
          </a:xfrm>
          <a:prstGeom prst="rect">
            <a:avLst/>
          </a:prstGeom>
          <a:solidFill>
            <a:srgbClr val="9B29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2" name="Metin kutusu 11">
            <a:extLst>
              <a:ext uri="{FF2B5EF4-FFF2-40B4-BE49-F238E27FC236}">
                <a16:creationId xmlns:a16="http://schemas.microsoft.com/office/drawing/2014/main" id="{841A181C-5386-FC53-0A79-41D4095E6712}"/>
              </a:ext>
            </a:extLst>
          </p:cNvPr>
          <p:cNvSpPr txBox="1"/>
          <p:nvPr/>
        </p:nvSpPr>
        <p:spPr>
          <a:xfrm>
            <a:off x="762000" y="3314700"/>
            <a:ext cx="355600" cy="384721"/>
          </a:xfrm>
          <a:prstGeom prst="rect">
            <a:avLst/>
          </a:prstGeom>
          <a:noFill/>
        </p:spPr>
        <p:txBody>
          <a:bodyPr vert="horz" wrap="square" lIns="0" tIns="0" rIns="0" bIns="0" rtlCol="0">
            <a:spAutoFit/>
          </a:bodyPr>
          <a:lstStyle/>
          <a:p>
            <a:r>
              <a:rPr lang="tr-TR" sz="2500" b="1">
                <a:solidFill>
                  <a:srgbClr val="FFFFFF"/>
                </a:solidFill>
                <a:latin typeface="Aptos" panose="020B0004020202020204" pitchFamily="34" charset="0"/>
              </a:rPr>
              <a:t>2</a:t>
            </a:r>
          </a:p>
        </p:txBody>
      </p:sp>
      <p:sp>
        <p:nvSpPr>
          <p:cNvPr id="13" name="Metin kutusu 12">
            <a:extLst>
              <a:ext uri="{FF2B5EF4-FFF2-40B4-BE49-F238E27FC236}">
                <a16:creationId xmlns:a16="http://schemas.microsoft.com/office/drawing/2014/main" id="{B875AC81-5C1B-6D50-C11A-CD898A1E9BD4}"/>
              </a:ext>
            </a:extLst>
          </p:cNvPr>
          <p:cNvSpPr txBox="1"/>
          <p:nvPr/>
        </p:nvSpPr>
        <p:spPr>
          <a:xfrm>
            <a:off x="1460500" y="3200400"/>
            <a:ext cx="9906000" cy="338554"/>
          </a:xfrm>
          <a:prstGeom prst="rect">
            <a:avLst/>
          </a:prstGeom>
          <a:noFill/>
        </p:spPr>
        <p:txBody>
          <a:bodyPr vert="horz" wrap="square" lIns="0" tIns="0" rIns="0" bIns="0" rtlCol="0">
            <a:spAutoFit/>
          </a:bodyPr>
          <a:lstStyle/>
          <a:p>
            <a:r>
              <a:rPr lang="tr-TR" sz="2200" b="1">
                <a:solidFill>
                  <a:srgbClr val="292321"/>
                </a:solidFill>
                <a:latin typeface="Aptos" panose="020B0004020202020204" pitchFamily="34" charset="0"/>
              </a:rPr>
              <a:t>Misafirlerden paylaşım</a:t>
            </a:r>
          </a:p>
        </p:txBody>
      </p:sp>
      <p:sp>
        <p:nvSpPr>
          <p:cNvPr id="14" name="Metin kutusu 13">
            <a:extLst>
              <a:ext uri="{FF2B5EF4-FFF2-40B4-BE49-F238E27FC236}">
                <a16:creationId xmlns:a16="http://schemas.microsoft.com/office/drawing/2014/main" id="{962E4923-5AC0-416A-2BF4-EFD4B18FF011}"/>
              </a:ext>
            </a:extLst>
          </p:cNvPr>
          <p:cNvSpPr txBox="1"/>
          <p:nvPr/>
        </p:nvSpPr>
        <p:spPr>
          <a:xfrm>
            <a:off x="1460500" y="3670300"/>
            <a:ext cx="9906000" cy="261610"/>
          </a:xfrm>
          <a:prstGeom prst="rect">
            <a:avLst/>
          </a:prstGeom>
          <a:noFill/>
        </p:spPr>
        <p:txBody>
          <a:bodyPr vert="horz" wrap="square" lIns="0" tIns="0" rIns="0" bIns="0" rtlCol="0">
            <a:spAutoFit/>
          </a:bodyPr>
          <a:lstStyle/>
          <a:p>
            <a:r>
              <a:rPr lang="tr-TR" sz="1700">
                <a:solidFill>
                  <a:srgbClr val="726760"/>
                </a:solidFill>
                <a:latin typeface="Aptos" panose="020B0004020202020204" pitchFamily="34" charset="0"/>
              </a:rPr>
              <a:t>Fotoğraf ve video yükleme; isteğe bağlı isim ve mesaj.</a:t>
            </a:r>
          </a:p>
        </p:txBody>
      </p:sp>
      <p:sp>
        <p:nvSpPr>
          <p:cNvPr id="15" name="Dikdörtgen 14">
            <a:extLst>
              <a:ext uri="{FF2B5EF4-FFF2-40B4-BE49-F238E27FC236}">
                <a16:creationId xmlns:a16="http://schemas.microsoft.com/office/drawing/2014/main" id="{7BFB8177-9C3F-E478-8FDD-2996AF1EE2CF}"/>
              </a:ext>
            </a:extLst>
          </p:cNvPr>
          <p:cNvSpPr/>
          <p:nvPr/>
        </p:nvSpPr>
        <p:spPr>
          <a:xfrm>
            <a:off x="533400" y="4305300"/>
            <a:ext cx="647700" cy="647700"/>
          </a:xfrm>
          <a:prstGeom prst="rect">
            <a:avLst/>
          </a:prstGeom>
          <a:solidFill>
            <a:srgbClr val="9B29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6" name="Metin kutusu 15">
            <a:extLst>
              <a:ext uri="{FF2B5EF4-FFF2-40B4-BE49-F238E27FC236}">
                <a16:creationId xmlns:a16="http://schemas.microsoft.com/office/drawing/2014/main" id="{EF445E04-64A4-BEB5-B975-02FA9C7FEF4D}"/>
              </a:ext>
            </a:extLst>
          </p:cNvPr>
          <p:cNvSpPr txBox="1"/>
          <p:nvPr/>
        </p:nvSpPr>
        <p:spPr>
          <a:xfrm>
            <a:off x="762000" y="4419600"/>
            <a:ext cx="355600" cy="384721"/>
          </a:xfrm>
          <a:prstGeom prst="rect">
            <a:avLst/>
          </a:prstGeom>
          <a:noFill/>
        </p:spPr>
        <p:txBody>
          <a:bodyPr vert="horz" wrap="square" lIns="0" tIns="0" rIns="0" bIns="0" rtlCol="0">
            <a:spAutoFit/>
          </a:bodyPr>
          <a:lstStyle/>
          <a:p>
            <a:r>
              <a:rPr lang="tr-TR" sz="2500" b="1">
                <a:solidFill>
                  <a:srgbClr val="FFFFFF"/>
                </a:solidFill>
                <a:latin typeface="Aptos" panose="020B0004020202020204" pitchFamily="34" charset="0"/>
              </a:rPr>
              <a:t>3</a:t>
            </a:r>
          </a:p>
        </p:txBody>
      </p:sp>
      <p:sp>
        <p:nvSpPr>
          <p:cNvPr id="17" name="Metin kutusu 16">
            <a:extLst>
              <a:ext uri="{FF2B5EF4-FFF2-40B4-BE49-F238E27FC236}">
                <a16:creationId xmlns:a16="http://schemas.microsoft.com/office/drawing/2014/main" id="{A7783DE0-C72A-A3EB-1E38-13CE8E724C70}"/>
              </a:ext>
            </a:extLst>
          </p:cNvPr>
          <p:cNvSpPr txBox="1"/>
          <p:nvPr/>
        </p:nvSpPr>
        <p:spPr>
          <a:xfrm>
            <a:off x="1460500" y="4305300"/>
            <a:ext cx="9906000" cy="338554"/>
          </a:xfrm>
          <a:prstGeom prst="rect">
            <a:avLst/>
          </a:prstGeom>
          <a:noFill/>
        </p:spPr>
        <p:txBody>
          <a:bodyPr vert="horz" wrap="square" lIns="0" tIns="0" rIns="0" bIns="0" rtlCol="0">
            <a:spAutoFit/>
          </a:bodyPr>
          <a:lstStyle/>
          <a:p>
            <a:r>
              <a:rPr lang="tr-TR" sz="2200" b="1">
                <a:solidFill>
                  <a:srgbClr val="292321"/>
                </a:solidFill>
                <a:latin typeface="Aptos" panose="020B0004020202020204" pitchFamily="34" charset="0"/>
              </a:rPr>
              <a:t>Özel albüme erişim</a:t>
            </a:r>
          </a:p>
        </p:txBody>
      </p:sp>
      <p:sp>
        <p:nvSpPr>
          <p:cNvPr id="18" name="Metin kutusu 17">
            <a:extLst>
              <a:ext uri="{FF2B5EF4-FFF2-40B4-BE49-F238E27FC236}">
                <a16:creationId xmlns:a16="http://schemas.microsoft.com/office/drawing/2014/main" id="{D628B24B-E11F-D2FF-F328-7BEA03EB0F68}"/>
              </a:ext>
            </a:extLst>
          </p:cNvPr>
          <p:cNvSpPr txBox="1"/>
          <p:nvPr/>
        </p:nvSpPr>
        <p:spPr>
          <a:xfrm>
            <a:off x="1460500" y="4775200"/>
            <a:ext cx="9906000" cy="261610"/>
          </a:xfrm>
          <a:prstGeom prst="rect">
            <a:avLst/>
          </a:prstGeom>
          <a:noFill/>
        </p:spPr>
        <p:txBody>
          <a:bodyPr vert="horz" wrap="square" lIns="0" tIns="0" rIns="0" bIns="0" rtlCol="0">
            <a:spAutoFit/>
          </a:bodyPr>
          <a:lstStyle/>
          <a:p>
            <a:r>
              <a:rPr lang="tr-TR" sz="1700">
                <a:solidFill>
                  <a:srgbClr val="726760"/>
                </a:solidFill>
                <a:latin typeface="Aptos" panose="020B0004020202020204" pitchFamily="34" charset="0"/>
              </a:rPr>
              <a:t>Yetkili kullanıcılar görüntüler ve içerikleri indirir.</a:t>
            </a:r>
          </a:p>
        </p:txBody>
      </p:sp>
      <p:sp>
        <p:nvSpPr>
          <p:cNvPr id="19" name="Dikdörtgen 18">
            <a:extLst>
              <a:ext uri="{FF2B5EF4-FFF2-40B4-BE49-F238E27FC236}">
                <a16:creationId xmlns:a16="http://schemas.microsoft.com/office/drawing/2014/main" id="{00085908-059A-67B3-FEA2-21454D653CF0}"/>
              </a:ext>
            </a:extLst>
          </p:cNvPr>
          <p:cNvSpPr/>
          <p:nvPr/>
        </p:nvSpPr>
        <p:spPr>
          <a:xfrm>
            <a:off x="533400" y="5537200"/>
            <a:ext cx="11125200" cy="647700"/>
          </a:xfrm>
          <a:prstGeom prst="rect">
            <a:avLst/>
          </a:prstGeom>
          <a:solidFill>
            <a:srgbClr val="F2E4D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0" name="Metin kutusu 19">
            <a:extLst>
              <a:ext uri="{FF2B5EF4-FFF2-40B4-BE49-F238E27FC236}">
                <a16:creationId xmlns:a16="http://schemas.microsoft.com/office/drawing/2014/main" id="{59F4BE27-6D35-D4FD-FC36-96E9F0193C66}"/>
              </a:ext>
            </a:extLst>
          </p:cNvPr>
          <p:cNvSpPr txBox="1"/>
          <p:nvPr/>
        </p:nvSpPr>
        <p:spPr>
          <a:xfrm>
            <a:off x="711200" y="5676900"/>
            <a:ext cx="10718800" cy="184666"/>
          </a:xfrm>
          <a:prstGeom prst="rect">
            <a:avLst/>
          </a:prstGeom>
          <a:noFill/>
        </p:spPr>
        <p:txBody>
          <a:bodyPr vert="horz" wrap="square" lIns="0" tIns="0" rIns="0" bIns="0" rtlCol="0">
            <a:spAutoFit/>
          </a:bodyPr>
          <a:lstStyle/>
          <a:p>
            <a:r>
              <a:rPr lang="tr-TR" sz="1200">
                <a:solidFill>
                  <a:srgbClr val="292321"/>
                </a:solidFill>
                <a:latin typeface="Aptos" panose="020B0004020202020204" pitchFamily="34" charset="0"/>
              </a:rPr>
              <a:t>Organizasyon tarihinden sonra 7 gün yükleme, organizasyon tarihinden itibaren 3 ay saklama. Süre dolmadan indirme yapılır; süre sonunda içerikler kalıcı silinir.</a:t>
            </a:r>
          </a:p>
        </p:txBody>
      </p:sp>
    </p:spTree>
    <p:extLst>
      <p:ext uri="{BB962C8B-B14F-4D97-AF65-F5344CB8AC3E}">
        <p14:creationId xmlns:p14="http://schemas.microsoft.com/office/powerpoint/2010/main" val="35255815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BF7F0"/>
        </a:solidFill>
        <a:effectLst/>
      </p:bgPr>
    </p:bg>
    <p:spTree>
      <p:nvGrpSpPr>
        <p:cNvPr id="1" name=""/>
        <p:cNvGrpSpPr/>
        <p:nvPr/>
      </p:nvGrpSpPr>
      <p:grpSpPr>
        <a:xfrm>
          <a:off x="0" y="0"/>
          <a:ext cx="0" cy="0"/>
          <a:chOff x="0" y="0"/>
          <a:chExt cx="0" cy="0"/>
        </a:xfrm>
      </p:grpSpPr>
      <p:sp>
        <p:nvSpPr>
          <p:cNvPr id="2" name="Metin kutusu 1">
            <a:extLst>
              <a:ext uri="{FF2B5EF4-FFF2-40B4-BE49-F238E27FC236}">
                <a16:creationId xmlns:a16="http://schemas.microsoft.com/office/drawing/2014/main" id="{F191BC8A-2406-81FE-648A-9E9EA64449BF}"/>
              </a:ext>
            </a:extLst>
          </p:cNvPr>
          <p:cNvSpPr txBox="1"/>
          <p:nvPr/>
        </p:nvSpPr>
        <p:spPr>
          <a:xfrm>
            <a:off x="533400" y="342900"/>
            <a:ext cx="11125200" cy="169277"/>
          </a:xfrm>
          <a:prstGeom prst="rect">
            <a:avLst/>
          </a:prstGeom>
          <a:noFill/>
        </p:spPr>
        <p:txBody>
          <a:bodyPr vert="horz" wrap="square" lIns="0" tIns="0" rIns="0" bIns="0" rtlCol="0">
            <a:spAutoFit/>
          </a:bodyPr>
          <a:lstStyle/>
          <a:p>
            <a:r>
              <a:rPr lang="tr-TR" sz="1100" b="1">
                <a:solidFill>
                  <a:srgbClr val="9B292E"/>
                </a:solidFill>
                <a:latin typeface="Aptos" panose="020B0004020202020204" pitchFamily="34" charset="0"/>
              </a:rPr>
              <a:t>ÜRÜNÜ TANIYIN</a:t>
            </a:r>
          </a:p>
        </p:txBody>
      </p:sp>
      <p:sp>
        <p:nvSpPr>
          <p:cNvPr id="3" name="Metin kutusu 2">
            <a:extLst>
              <a:ext uri="{FF2B5EF4-FFF2-40B4-BE49-F238E27FC236}">
                <a16:creationId xmlns:a16="http://schemas.microsoft.com/office/drawing/2014/main" id="{F92B712F-C472-2616-259C-5527A35565A0}"/>
              </a:ext>
            </a:extLst>
          </p:cNvPr>
          <p:cNvSpPr txBox="1"/>
          <p:nvPr/>
        </p:nvSpPr>
        <p:spPr>
          <a:xfrm>
            <a:off x="533400" y="812800"/>
            <a:ext cx="11125200" cy="461665"/>
          </a:xfrm>
          <a:prstGeom prst="rect">
            <a:avLst/>
          </a:prstGeom>
          <a:noFill/>
        </p:spPr>
        <p:txBody>
          <a:bodyPr vert="horz" wrap="square" lIns="0" tIns="0" rIns="0" bIns="0" rtlCol="0">
            <a:spAutoFit/>
          </a:bodyPr>
          <a:lstStyle/>
          <a:p>
            <a:r>
              <a:rPr lang="tr-TR" sz="3000" b="1">
                <a:solidFill>
                  <a:srgbClr val="292321"/>
                </a:solidFill>
                <a:latin typeface="Aptos" panose="020B0004020202020204" pitchFamily="34" charset="0"/>
              </a:rPr>
              <a:t>Baskıdan dijital deneyime.</a:t>
            </a:r>
          </a:p>
        </p:txBody>
      </p:sp>
      <p:sp>
        <p:nvSpPr>
          <p:cNvPr id="4" name="Dikdörtgen 3">
            <a:extLst>
              <a:ext uri="{FF2B5EF4-FFF2-40B4-BE49-F238E27FC236}">
                <a16:creationId xmlns:a16="http://schemas.microsoft.com/office/drawing/2014/main" id="{2E3F875B-14D6-8BE1-BB3D-045EBD55F460}"/>
              </a:ext>
            </a:extLst>
          </p:cNvPr>
          <p:cNvSpPr/>
          <p:nvPr/>
        </p:nvSpPr>
        <p:spPr>
          <a:xfrm>
            <a:off x="533400" y="6375400"/>
            <a:ext cx="11125200" cy="12700"/>
          </a:xfrm>
          <a:prstGeom prst="rect">
            <a:avLst/>
          </a:prstGeom>
          <a:solidFill>
            <a:srgbClr val="E5DAD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5" name="Metin kutusu 4">
            <a:extLst>
              <a:ext uri="{FF2B5EF4-FFF2-40B4-BE49-F238E27FC236}">
                <a16:creationId xmlns:a16="http://schemas.microsoft.com/office/drawing/2014/main" id="{EE0BAF04-95DD-1826-A5A8-C36E12EDE524}"/>
              </a:ext>
            </a:extLst>
          </p:cNvPr>
          <p:cNvSpPr txBox="1"/>
          <p:nvPr/>
        </p:nvSpPr>
        <p:spPr>
          <a:xfrm>
            <a:off x="533400" y="6502400"/>
            <a:ext cx="8890000" cy="138499"/>
          </a:xfrm>
          <a:prstGeom prst="rect">
            <a:avLst/>
          </a:prstGeom>
          <a:noFill/>
        </p:spPr>
        <p:txBody>
          <a:bodyPr vert="horz" wrap="square" lIns="0" tIns="0" rIns="0" bIns="0" rtlCol="0">
            <a:spAutoFit/>
          </a:bodyPr>
          <a:lstStyle/>
          <a:p>
            <a:r>
              <a:rPr lang="tr-TR" sz="900">
                <a:solidFill>
                  <a:srgbClr val="726760"/>
                </a:solidFill>
                <a:latin typeface="Aptos" panose="020B0004020202020204" pitchFamily="34" charset="0"/>
              </a:rPr>
              <a:t>ANILAR / ÜRÜN EKRANLARI</a:t>
            </a:r>
          </a:p>
        </p:txBody>
      </p:sp>
      <p:sp>
        <p:nvSpPr>
          <p:cNvPr id="6" name="Metin kutusu 5">
            <a:extLst>
              <a:ext uri="{FF2B5EF4-FFF2-40B4-BE49-F238E27FC236}">
                <a16:creationId xmlns:a16="http://schemas.microsoft.com/office/drawing/2014/main" id="{1B754560-8BD6-7809-E4B1-C66E89600C98}"/>
              </a:ext>
            </a:extLst>
          </p:cNvPr>
          <p:cNvSpPr txBox="1"/>
          <p:nvPr/>
        </p:nvSpPr>
        <p:spPr>
          <a:xfrm>
            <a:off x="11277600" y="6502400"/>
            <a:ext cx="381000" cy="138499"/>
          </a:xfrm>
          <a:prstGeom prst="rect">
            <a:avLst/>
          </a:prstGeom>
          <a:noFill/>
        </p:spPr>
        <p:txBody>
          <a:bodyPr vert="horz" wrap="square" lIns="0" tIns="0" rIns="0" bIns="0" rtlCol="0">
            <a:spAutoFit/>
          </a:bodyPr>
          <a:lstStyle/>
          <a:p>
            <a:r>
              <a:rPr lang="tr-TR" sz="900">
                <a:solidFill>
                  <a:srgbClr val="726760"/>
                </a:solidFill>
                <a:latin typeface="Aptos" panose="020B0004020202020204" pitchFamily="34" charset="0"/>
              </a:rPr>
              <a:t>10</a:t>
            </a:r>
          </a:p>
        </p:txBody>
      </p:sp>
      <p:pic>
        <p:nvPicPr>
          <p:cNvPr id="8" name="Resim 7">
            <a:extLst>
              <a:ext uri="{FF2B5EF4-FFF2-40B4-BE49-F238E27FC236}">
                <a16:creationId xmlns:a16="http://schemas.microsoft.com/office/drawing/2014/main" id="{4CA3F628-A014-9062-2897-0E046771B948}"/>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620268" y="1765300"/>
            <a:ext cx="6455664" cy="4483100"/>
          </a:xfrm>
          <a:prstGeom prst="rect">
            <a:avLst/>
          </a:prstGeom>
        </p:spPr>
      </p:pic>
      <p:sp>
        <p:nvSpPr>
          <p:cNvPr id="9" name="Metin kutusu 8">
            <a:extLst>
              <a:ext uri="{FF2B5EF4-FFF2-40B4-BE49-F238E27FC236}">
                <a16:creationId xmlns:a16="http://schemas.microsoft.com/office/drawing/2014/main" id="{4A6CC336-AA07-1159-F5AE-84758548ABBC}"/>
              </a:ext>
            </a:extLst>
          </p:cNvPr>
          <p:cNvSpPr txBox="1"/>
          <p:nvPr/>
        </p:nvSpPr>
        <p:spPr>
          <a:xfrm>
            <a:off x="7493000" y="2082800"/>
            <a:ext cx="4064000" cy="384721"/>
          </a:xfrm>
          <a:prstGeom prst="rect">
            <a:avLst/>
          </a:prstGeom>
          <a:noFill/>
        </p:spPr>
        <p:txBody>
          <a:bodyPr vert="horz" wrap="square" lIns="0" tIns="0" rIns="0" bIns="0" rtlCol="0">
            <a:spAutoFit/>
          </a:bodyPr>
          <a:lstStyle/>
          <a:p>
            <a:r>
              <a:rPr lang="tr-TR" sz="2500" b="1">
                <a:solidFill>
                  <a:srgbClr val="9B292E"/>
                </a:solidFill>
                <a:latin typeface="Aptos" panose="020B0004020202020204" pitchFamily="34" charset="0"/>
              </a:rPr>
              <a:t>ANILAR ana sayfası</a:t>
            </a:r>
          </a:p>
        </p:txBody>
      </p:sp>
      <p:sp>
        <p:nvSpPr>
          <p:cNvPr id="10" name="Metin kutusu 9">
            <a:extLst>
              <a:ext uri="{FF2B5EF4-FFF2-40B4-BE49-F238E27FC236}">
                <a16:creationId xmlns:a16="http://schemas.microsoft.com/office/drawing/2014/main" id="{CDCAC002-60BB-7BA3-DCFA-CCAB048E67BD}"/>
              </a:ext>
            </a:extLst>
          </p:cNvPr>
          <p:cNvSpPr txBox="1"/>
          <p:nvPr/>
        </p:nvSpPr>
        <p:spPr>
          <a:xfrm>
            <a:off x="7493000" y="2819400"/>
            <a:ext cx="4025900" cy="2585323"/>
          </a:xfrm>
          <a:prstGeom prst="rect">
            <a:avLst/>
          </a:prstGeom>
          <a:noFill/>
        </p:spPr>
        <p:txBody>
          <a:bodyPr vert="horz" wrap="square" lIns="0" tIns="0" rIns="0" bIns="0" rtlCol="0">
            <a:spAutoFit/>
          </a:bodyPr>
          <a:lstStyle/>
          <a:p>
            <a:r>
              <a:rPr lang="tr-TR" sz="2100">
                <a:solidFill>
                  <a:srgbClr val="292321"/>
                </a:solidFill>
                <a:latin typeface="Aptos" panose="020B0004020202020204" pitchFamily="34" charset="0"/>
              </a:rPr>
              <a:t>Hizmeti tek bakışta anlatan karşılama.</a:t>
            </a:r>
          </a:p>
          <a:p>
            <a:endParaRPr lang="tr-TR" sz="2100">
              <a:solidFill>
                <a:srgbClr val="292321"/>
              </a:solidFill>
              <a:latin typeface="Aptos" panose="020B0004020202020204" pitchFamily="34" charset="0"/>
            </a:endParaRPr>
          </a:p>
          <a:p>
            <a:r>
              <a:rPr lang="tr-TR" sz="2100">
                <a:solidFill>
                  <a:srgbClr val="292321"/>
                </a:solidFill>
                <a:latin typeface="Aptos" panose="020B0004020202020204" pitchFamily="34" charset="0"/>
              </a:rPr>
              <a:t>Örnek organizasyon sayfasına doğrudan erişim.</a:t>
            </a:r>
          </a:p>
          <a:p>
            <a:endParaRPr lang="tr-TR" sz="2100">
              <a:solidFill>
                <a:srgbClr val="292321"/>
              </a:solidFill>
              <a:latin typeface="Aptos" panose="020B0004020202020204" pitchFamily="34" charset="0"/>
            </a:endParaRPr>
          </a:p>
          <a:p>
            <a:r>
              <a:rPr lang="tr-TR" sz="2100">
                <a:solidFill>
                  <a:srgbClr val="292321"/>
                </a:solidFill>
                <a:latin typeface="Aptos" panose="020B0004020202020204" pitchFamily="34" charset="0"/>
              </a:rPr>
              <a:t>Masa kartı ile başlayan paylaşım deneyimi.</a:t>
            </a:r>
          </a:p>
        </p:txBody>
      </p:sp>
      <p:sp>
        <p:nvSpPr>
          <p:cNvPr id="11" name="Metin kutusu 10">
            <a:extLst>
              <a:ext uri="{FF2B5EF4-FFF2-40B4-BE49-F238E27FC236}">
                <a16:creationId xmlns:a16="http://schemas.microsoft.com/office/drawing/2014/main" id="{28F58716-903D-9C9D-5294-EAD8C46C962A}"/>
              </a:ext>
            </a:extLst>
          </p:cNvPr>
          <p:cNvSpPr txBox="1"/>
          <p:nvPr/>
        </p:nvSpPr>
        <p:spPr>
          <a:xfrm>
            <a:off x="7493000" y="5791200"/>
            <a:ext cx="4114800" cy="169277"/>
          </a:xfrm>
          <a:prstGeom prst="rect">
            <a:avLst/>
          </a:prstGeom>
          <a:noFill/>
        </p:spPr>
        <p:txBody>
          <a:bodyPr vert="horz" wrap="square" lIns="0" tIns="0" rIns="0" bIns="0" rtlCol="0">
            <a:spAutoFit/>
          </a:bodyPr>
          <a:lstStyle/>
          <a:p>
            <a:r>
              <a:rPr lang="tr-TR" sz="1100">
                <a:solidFill>
                  <a:srgbClr val="726760"/>
                </a:solidFill>
                <a:latin typeface="Aptos" panose="020B0004020202020204" pitchFamily="34" charset="0"/>
              </a:rPr>
              <a:t>Çalışan yerel uygulamadan gerçek ekran görüntüsü • Eylül 2026</a:t>
            </a:r>
          </a:p>
        </p:txBody>
      </p:sp>
    </p:spTree>
    <p:extLst>
      <p:ext uri="{BB962C8B-B14F-4D97-AF65-F5344CB8AC3E}">
        <p14:creationId xmlns:p14="http://schemas.microsoft.com/office/powerpoint/2010/main" val="7820146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BF7F0"/>
        </a:solidFill>
        <a:effectLst/>
      </p:bgPr>
    </p:bg>
    <p:spTree>
      <p:nvGrpSpPr>
        <p:cNvPr id="1" name=""/>
        <p:cNvGrpSpPr/>
        <p:nvPr/>
      </p:nvGrpSpPr>
      <p:grpSpPr>
        <a:xfrm>
          <a:off x="0" y="0"/>
          <a:ext cx="0" cy="0"/>
          <a:chOff x="0" y="0"/>
          <a:chExt cx="0" cy="0"/>
        </a:xfrm>
      </p:grpSpPr>
      <p:sp>
        <p:nvSpPr>
          <p:cNvPr id="2" name="Metin kutusu 1">
            <a:extLst>
              <a:ext uri="{FF2B5EF4-FFF2-40B4-BE49-F238E27FC236}">
                <a16:creationId xmlns:a16="http://schemas.microsoft.com/office/drawing/2014/main" id="{ACA5CBAB-910F-0D50-C7A5-2A80FEB8A7FF}"/>
              </a:ext>
            </a:extLst>
          </p:cNvPr>
          <p:cNvSpPr txBox="1"/>
          <p:nvPr/>
        </p:nvSpPr>
        <p:spPr>
          <a:xfrm>
            <a:off x="533400" y="342900"/>
            <a:ext cx="11125200" cy="169277"/>
          </a:xfrm>
          <a:prstGeom prst="rect">
            <a:avLst/>
          </a:prstGeom>
          <a:noFill/>
        </p:spPr>
        <p:txBody>
          <a:bodyPr vert="horz" wrap="square" lIns="0" tIns="0" rIns="0" bIns="0" rtlCol="0">
            <a:spAutoFit/>
          </a:bodyPr>
          <a:lstStyle/>
          <a:p>
            <a:r>
              <a:rPr lang="tr-TR" sz="1100" b="1">
                <a:solidFill>
                  <a:srgbClr val="9B292E"/>
                </a:solidFill>
                <a:latin typeface="Aptos" panose="020B0004020202020204" pitchFamily="34" charset="0"/>
              </a:rPr>
              <a:t>MİSAFİR DENEYİMİ • HİLAL &amp; OĞUZHAN</a:t>
            </a:r>
          </a:p>
        </p:txBody>
      </p:sp>
      <p:sp>
        <p:nvSpPr>
          <p:cNvPr id="3" name="Metin kutusu 2">
            <a:extLst>
              <a:ext uri="{FF2B5EF4-FFF2-40B4-BE49-F238E27FC236}">
                <a16:creationId xmlns:a16="http://schemas.microsoft.com/office/drawing/2014/main" id="{9A572C39-58AE-B2BE-5945-F14C03C3A207}"/>
              </a:ext>
            </a:extLst>
          </p:cNvPr>
          <p:cNvSpPr txBox="1"/>
          <p:nvPr/>
        </p:nvSpPr>
        <p:spPr>
          <a:xfrm>
            <a:off x="533400" y="812800"/>
            <a:ext cx="11125200" cy="461665"/>
          </a:xfrm>
          <a:prstGeom prst="rect">
            <a:avLst/>
          </a:prstGeom>
          <a:noFill/>
        </p:spPr>
        <p:txBody>
          <a:bodyPr vert="horz" wrap="square" lIns="0" tIns="0" rIns="0" bIns="0" rtlCol="0">
            <a:spAutoFit/>
          </a:bodyPr>
          <a:lstStyle/>
          <a:p>
            <a:r>
              <a:rPr lang="tr-TR" sz="3000" b="1">
                <a:solidFill>
                  <a:srgbClr val="292321"/>
                </a:solidFill>
                <a:latin typeface="Aptos" panose="020B0004020202020204" pitchFamily="34" charset="0"/>
              </a:rPr>
              <a:t>QR koddan kişisel paylaşım sayfasına.</a:t>
            </a:r>
          </a:p>
        </p:txBody>
      </p:sp>
      <p:sp>
        <p:nvSpPr>
          <p:cNvPr id="4" name="Dikdörtgen 3">
            <a:extLst>
              <a:ext uri="{FF2B5EF4-FFF2-40B4-BE49-F238E27FC236}">
                <a16:creationId xmlns:a16="http://schemas.microsoft.com/office/drawing/2014/main" id="{B253BFDD-26F3-2051-3072-C73192555EEF}"/>
              </a:ext>
            </a:extLst>
          </p:cNvPr>
          <p:cNvSpPr/>
          <p:nvPr/>
        </p:nvSpPr>
        <p:spPr>
          <a:xfrm>
            <a:off x="533400" y="6375400"/>
            <a:ext cx="11125200" cy="12700"/>
          </a:xfrm>
          <a:prstGeom prst="rect">
            <a:avLst/>
          </a:prstGeom>
          <a:solidFill>
            <a:srgbClr val="E5DAD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5" name="Metin kutusu 4">
            <a:extLst>
              <a:ext uri="{FF2B5EF4-FFF2-40B4-BE49-F238E27FC236}">
                <a16:creationId xmlns:a16="http://schemas.microsoft.com/office/drawing/2014/main" id="{0D95573D-6044-60E1-7FFF-99B25AAB02A2}"/>
              </a:ext>
            </a:extLst>
          </p:cNvPr>
          <p:cNvSpPr txBox="1"/>
          <p:nvPr/>
        </p:nvSpPr>
        <p:spPr>
          <a:xfrm>
            <a:off x="533400" y="6502400"/>
            <a:ext cx="8890000" cy="138499"/>
          </a:xfrm>
          <a:prstGeom prst="rect">
            <a:avLst/>
          </a:prstGeom>
          <a:noFill/>
        </p:spPr>
        <p:txBody>
          <a:bodyPr vert="horz" wrap="square" lIns="0" tIns="0" rIns="0" bIns="0" rtlCol="0">
            <a:spAutoFit/>
          </a:bodyPr>
          <a:lstStyle/>
          <a:p>
            <a:r>
              <a:rPr lang="tr-TR" sz="900">
                <a:solidFill>
                  <a:srgbClr val="726760"/>
                </a:solidFill>
                <a:latin typeface="Aptos" panose="020B0004020202020204" pitchFamily="34" charset="0"/>
              </a:rPr>
              <a:t>ANILAR / ÜRÜN EKRANLARI</a:t>
            </a:r>
          </a:p>
        </p:txBody>
      </p:sp>
      <p:sp>
        <p:nvSpPr>
          <p:cNvPr id="6" name="Metin kutusu 5">
            <a:extLst>
              <a:ext uri="{FF2B5EF4-FFF2-40B4-BE49-F238E27FC236}">
                <a16:creationId xmlns:a16="http://schemas.microsoft.com/office/drawing/2014/main" id="{7AF18E8E-E43B-BAC5-5C85-0B319F39D24E}"/>
              </a:ext>
            </a:extLst>
          </p:cNvPr>
          <p:cNvSpPr txBox="1"/>
          <p:nvPr/>
        </p:nvSpPr>
        <p:spPr>
          <a:xfrm>
            <a:off x="11277600" y="6502400"/>
            <a:ext cx="381000" cy="138499"/>
          </a:xfrm>
          <a:prstGeom prst="rect">
            <a:avLst/>
          </a:prstGeom>
          <a:noFill/>
        </p:spPr>
        <p:txBody>
          <a:bodyPr vert="horz" wrap="square" lIns="0" tIns="0" rIns="0" bIns="0" rtlCol="0">
            <a:spAutoFit/>
          </a:bodyPr>
          <a:lstStyle/>
          <a:p>
            <a:r>
              <a:rPr lang="tr-TR" sz="900">
                <a:solidFill>
                  <a:srgbClr val="726760"/>
                </a:solidFill>
                <a:latin typeface="Aptos" panose="020B0004020202020204" pitchFamily="34" charset="0"/>
              </a:rPr>
              <a:t>11</a:t>
            </a:r>
          </a:p>
        </p:txBody>
      </p:sp>
      <p:pic>
        <p:nvPicPr>
          <p:cNvPr id="8" name="Resim 7">
            <a:extLst>
              <a:ext uri="{FF2B5EF4-FFF2-40B4-BE49-F238E27FC236}">
                <a16:creationId xmlns:a16="http://schemas.microsoft.com/office/drawing/2014/main" id="{E61134BC-CC86-B8A4-F58B-9C9897F5FA1A}"/>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678231" y="1727200"/>
            <a:ext cx="2059838" cy="4457700"/>
          </a:xfrm>
          <a:prstGeom prst="rect">
            <a:avLst/>
          </a:prstGeom>
        </p:spPr>
      </p:pic>
      <p:pic>
        <p:nvPicPr>
          <p:cNvPr id="10" name="Resim 9">
            <a:extLst>
              <a:ext uri="{FF2B5EF4-FFF2-40B4-BE49-F238E27FC236}">
                <a16:creationId xmlns:a16="http://schemas.microsoft.com/office/drawing/2014/main" id="{3CB15A9A-7187-81C2-22CA-188191850ED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269031" y="1727200"/>
            <a:ext cx="2059838" cy="4457700"/>
          </a:xfrm>
          <a:prstGeom prst="rect">
            <a:avLst/>
          </a:prstGeom>
        </p:spPr>
      </p:pic>
      <p:sp>
        <p:nvSpPr>
          <p:cNvPr id="11" name="Metin kutusu 10">
            <a:extLst>
              <a:ext uri="{FF2B5EF4-FFF2-40B4-BE49-F238E27FC236}">
                <a16:creationId xmlns:a16="http://schemas.microsoft.com/office/drawing/2014/main" id="{C2CCA4B1-E1EC-A5ED-FDF3-B3F1E7A2BB7F}"/>
              </a:ext>
            </a:extLst>
          </p:cNvPr>
          <p:cNvSpPr txBox="1"/>
          <p:nvPr/>
        </p:nvSpPr>
        <p:spPr>
          <a:xfrm>
            <a:off x="5880100" y="2044700"/>
            <a:ext cx="5499100" cy="384721"/>
          </a:xfrm>
          <a:prstGeom prst="rect">
            <a:avLst/>
          </a:prstGeom>
          <a:noFill/>
        </p:spPr>
        <p:txBody>
          <a:bodyPr vert="horz" wrap="square" lIns="0" tIns="0" rIns="0" bIns="0" rtlCol="0">
            <a:spAutoFit/>
          </a:bodyPr>
          <a:lstStyle/>
          <a:p>
            <a:r>
              <a:rPr lang="tr-TR" sz="2500" b="1">
                <a:solidFill>
                  <a:srgbClr val="9B292E"/>
                </a:solidFill>
                <a:latin typeface="Aptos" panose="020B0004020202020204" pitchFamily="34" charset="0"/>
              </a:rPr>
              <a:t>Telefonda birkaç adım</a:t>
            </a:r>
          </a:p>
        </p:txBody>
      </p:sp>
      <p:sp>
        <p:nvSpPr>
          <p:cNvPr id="12" name="Metin kutusu 11">
            <a:extLst>
              <a:ext uri="{FF2B5EF4-FFF2-40B4-BE49-F238E27FC236}">
                <a16:creationId xmlns:a16="http://schemas.microsoft.com/office/drawing/2014/main" id="{EBCB1892-E19A-DE99-5CAC-7CC8AA0E3887}"/>
              </a:ext>
            </a:extLst>
          </p:cNvPr>
          <p:cNvSpPr txBox="1"/>
          <p:nvPr/>
        </p:nvSpPr>
        <p:spPr>
          <a:xfrm>
            <a:off x="5880100" y="2819400"/>
            <a:ext cx="5346700" cy="1938992"/>
          </a:xfrm>
          <a:prstGeom prst="rect">
            <a:avLst/>
          </a:prstGeom>
          <a:noFill/>
        </p:spPr>
        <p:txBody>
          <a:bodyPr vert="horz" wrap="square" lIns="0" tIns="0" rIns="0" bIns="0" rtlCol="0">
            <a:spAutoFit/>
          </a:bodyPr>
          <a:lstStyle/>
          <a:p>
            <a:r>
              <a:rPr lang="tr-TR" sz="2100">
                <a:solidFill>
                  <a:srgbClr val="292321"/>
                </a:solidFill>
                <a:latin typeface="Aptos" panose="020B0004020202020204" pitchFamily="34" charset="0"/>
              </a:rPr>
              <a:t>Çifte özel kapak ve karşılama.</a:t>
            </a:r>
          </a:p>
          <a:p>
            <a:endParaRPr lang="tr-TR" sz="2100">
              <a:solidFill>
                <a:srgbClr val="292321"/>
              </a:solidFill>
              <a:latin typeface="Aptos" panose="020B0004020202020204" pitchFamily="34" charset="0"/>
            </a:endParaRPr>
          </a:p>
          <a:p>
            <a:r>
              <a:rPr lang="tr-TR" sz="2100">
                <a:solidFill>
                  <a:srgbClr val="292321"/>
                </a:solidFill>
                <a:latin typeface="Aptos" panose="020B0004020202020204" pitchFamily="34" charset="0"/>
              </a:rPr>
              <a:t>İsteğe bağlı isim ve mesaj.</a:t>
            </a:r>
          </a:p>
          <a:p>
            <a:endParaRPr lang="tr-TR" sz="2100">
              <a:solidFill>
                <a:srgbClr val="292321"/>
              </a:solidFill>
              <a:latin typeface="Aptos" panose="020B0004020202020204" pitchFamily="34" charset="0"/>
            </a:endParaRPr>
          </a:p>
          <a:p>
            <a:r>
              <a:rPr lang="tr-TR" sz="2100">
                <a:solidFill>
                  <a:srgbClr val="292321"/>
                </a:solidFill>
                <a:latin typeface="Aptos" panose="020B0004020202020204" pitchFamily="34" charset="0"/>
              </a:rPr>
              <a:t>Kameradan veya galeriden fotoğraf / video seçimi.</a:t>
            </a:r>
          </a:p>
        </p:txBody>
      </p:sp>
      <p:sp>
        <p:nvSpPr>
          <p:cNvPr id="13" name="Metin kutusu 12">
            <a:extLst>
              <a:ext uri="{FF2B5EF4-FFF2-40B4-BE49-F238E27FC236}">
                <a16:creationId xmlns:a16="http://schemas.microsoft.com/office/drawing/2014/main" id="{EF636727-740A-FD11-E23E-EAF2BE18D693}"/>
              </a:ext>
            </a:extLst>
          </p:cNvPr>
          <p:cNvSpPr txBox="1"/>
          <p:nvPr/>
        </p:nvSpPr>
        <p:spPr>
          <a:xfrm>
            <a:off x="5880100" y="5753100"/>
            <a:ext cx="5473700" cy="169277"/>
          </a:xfrm>
          <a:prstGeom prst="rect">
            <a:avLst/>
          </a:prstGeom>
          <a:noFill/>
        </p:spPr>
        <p:txBody>
          <a:bodyPr vert="horz" wrap="square" lIns="0" tIns="0" rIns="0" bIns="0" rtlCol="0">
            <a:spAutoFit/>
          </a:bodyPr>
          <a:lstStyle/>
          <a:p>
            <a:r>
              <a:rPr lang="tr-TR" sz="1100">
                <a:solidFill>
                  <a:srgbClr val="726760"/>
                </a:solidFill>
                <a:latin typeface="Aptos" panose="020B0004020202020204" pitchFamily="34" charset="0"/>
              </a:rPr>
              <a:t>390 px mobil görünüm • Yerel uygulama ekranları. Bu incelemede dosya yüklenmedi.</a:t>
            </a:r>
          </a:p>
        </p:txBody>
      </p:sp>
    </p:spTree>
    <p:extLst>
      <p:ext uri="{BB962C8B-B14F-4D97-AF65-F5344CB8AC3E}">
        <p14:creationId xmlns:p14="http://schemas.microsoft.com/office/powerpoint/2010/main" val="4837396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BF7F0"/>
        </a:solidFill>
        <a:effectLst/>
      </p:bgPr>
    </p:bg>
    <p:spTree>
      <p:nvGrpSpPr>
        <p:cNvPr id="1" name=""/>
        <p:cNvGrpSpPr/>
        <p:nvPr/>
      </p:nvGrpSpPr>
      <p:grpSpPr>
        <a:xfrm>
          <a:off x="0" y="0"/>
          <a:ext cx="0" cy="0"/>
          <a:chOff x="0" y="0"/>
          <a:chExt cx="0" cy="0"/>
        </a:xfrm>
      </p:grpSpPr>
      <p:sp>
        <p:nvSpPr>
          <p:cNvPr id="2" name="Metin kutusu 1">
            <a:extLst>
              <a:ext uri="{FF2B5EF4-FFF2-40B4-BE49-F238E27FC236}">
                <a16:creationId xmlns:a16="http://schemas.microsoft.com/office/drawing/2014/main" id="{4D5A4CC9-8F21-09F2-E3CE-6DB73E5ED933}"/>
              </a:ext>
            </a:extLst>
          </p:cNvPr>
          <p:cNvSpPr txBox="1"/>
          <p:nvPr/>
        </p:nvSpPr>
        <p:spPr>
          <a:xfrm>
            <a:off x="533400" y="342900"/>
            <a:ext cx="11125200" cy="169277"/>
          </a:xfrm>
          <a:prstGeom prst="rect">
            <a:avLst/>
          </a:prstGeom>
          <a:noFill/>
        </p:spPr>
        <p:txBody>
          <a:bodyPr vert="horz" wrap="square" lIns="0" tIns="0" rIns="0" bIns="0" rtlCol="0">
            <a:spAutoFit/>
          </a:bodyPr>
          <a:lstStyle/>
          <a:p>
            <a:r>
              <a:rPr lang="tr-TR" sz="1100" b="1">
                <a:solidFill>
                  <a:srgbClr val="9B292E"/>
                </a:solidFill>
                <a:latin typeface="Aptos" panose="020B0004020202020204" pitchFamily="34" charset="0"/>
              </a:rPr>
              <a:t>ALBÜM YÖNETİMİ</a:t>
            </a:r>
          </a:p>
        </p:txBody>
      </p:sp>
      <p:sp>
        <p:nvSpPr>
          <p:cNvPr id="3" name="Metin kutusu 2">
            <a:extLst>
              <a:ext uri="{FF2B5EF4-FFF2-40B4-BE49-F238E27FC236}">
                <a16:creationId xmlns:a16="http://schemas.microsoft.com/office/drawing/2014/main" id="{8F434254-8B63-9E27-D584-0A38AFB87AF7}"/>
              </a:ext>
            </a:extLst>
          </p:cNvPr>
          <p:cNvSpPr txBox="1"/>
          <p:nvPr/>
        </p:nvSpPr>
        <p:spPr>
          <a:xfrm>
            <a:off x="533400" y="812800"/>
            <a:ext cx="11125200" cy="461665"/>
          </a:xfrm>
          <a:prstGeom prst="rect">
            <a:avLst/>
          </a:prstGeom>
          <a:noFill/>
        </p:spPr>
        <p:txBody>
          <a:bodyPr vert="horz" wrap="square" lIns="0" tIns="0" rIns="0" bIns="0" rtlCol="0">
            <a:spAutoFit/>
          </a:bodyPr>
          <a:lstStyle/>
          <a:p>
            <a:r>
              <a:rPr lang="tr-TR" sz="3000" b="1">
                <a:solidFill>
                  <a:srgbClr val="292321"/>
                </a:solidFill>
                <a:latin typeface="Aptos" panose="020B0004020202020204" pitchFamily="34" charset="0"/>
              </a:rPr>
              <a:t>İçerikler tek panelde, erişim yetkililerde.</a:t>
            </a:r>
          </a:p>
        </p:txBody>
      </p:sp>
      <p:sp>
        <p:nvSpPr>
          <p:cNvPr id="4" name="Dikdörtgen 3">
            <a:extLst>
              <a:ext uri="{FF2B5EF4-FFF2-40B4-BE49-F238E27FC236}">
                <a16:creationId xmlns:a16="http://schemas.microsoft.com/office/drawing/2014/main" id="{308BC46B-92F4-1B31-7AA1-177CEF52B767}"/>
              </a:ext>
            </a:extLst>
          </p:cNvPr>
          <p:cNvSpPr/>
          <p:nvPr/>
        </p:nvSpPr>
        <p:spPr>
          <a:xfrm>
            <a:off x="533400" y="6375400"/>
            <a:ext cx="11125200" cy="12700"/>
          </a:xfrm>
          <a:prstGeom prst="rect">
            <a:avLst/>
          </a:prstGeom>
          <a:solidFill>
            <a:srgbClr val="E5DAD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5" name="Metin kutusu 4">
            <a:extLst>
              <a:ext uri="{FF2B5EF4-FFF2-40B4-BE49-F238E27FC236}">
                <a16:creationId xmlns:a16="http://schemas.microsoft.com/office/drawing/2014/main" id="{37509524-988C-1414-4561-70FA98A56940}"/>
              </a:ext>
            </a:extLst>
          </p:cNvPr>
          <p:cNvSpPr txBox="1"/>
          <p:nvPr/>
        </p:nvSpPr>
        <p:spPr>
          <a:xfrm>
            <a:off x="533400" y="6502400"/>
            <a:ext cx="8890000" cy="138499"/>
          </a:xfrm>
          <a:prstGeom prst="rect">
            <a:avLst/>
          </a:prstGeom>
          <a:noFill/>
        </p:spPr>
        <p:txBody>
          <a:bodyPr vert="horz" wrap="square" lIns="0" tIns="0" rIns="0" bIns="0" rtlCol="0">
            <a:spAutoFit/>
          </a:bodyPr>
          <a:lstStyle/>
          <a:p>
            <a:r>
              <a:rPr lang="tr-TR" sz="900">
                <a:solidFill>
                  <a:srgbClr val="726760"/>
                </a:solidFill>
                <a:latin typeface="Aptos" panose="020B0004020202020204" pitchFamily="34" charset="0"/>
              </a:rPr>
              <a:t>ANILAR / ÜRÜN EKRANLARI</a:t>
            </a:r>
          </a:p>
        </p:txBody>
      </p:sp>
      <p:sp>
        <p:nvSpPr>
          <p:cNvPr id="6" name="Metin kutusu 5">
            <a:extLst>
              <a:ext uri="{FF2B5EF4-FFF2-40B4-BE49-F238E27FC236}">
                <a16:creationId xmlns:a16="http://schemas.microsoft.com/office/drawing/2014/main" id="{4B2DCF87-8E6B-9B40-0211-373206BC08FA}"/>
              </a:ext>
            </a:extLst>
          </p:cNvPr>
          <p:cNvSpPr txBox="1"/>
          <p:nvPr/>
        </p:nvSpPr>
        <p:spPr>
          <a:xfrm>
            <a:off x="11277600" y="6502400"/>
            <a:ext cx="381000" cy="138499"/>
          </a:xfrm>
          <a:prstGeom prst="rect">
            <a:avLst/>
          </a:prstGeom>
          <a:noFill/>
        </p:spPr>
        <p:txBody>
          <a:bodyPr vert="horz" wrap="square" lIns="0" tIns="0" rIns="0" bIns="0" rtlCol="0">
            <a:spAutoFit/>
          </a:bodyPr>
          <a:lstStyle/>
          <a:p>
            <a:r>
              <a:rPr lang="tr-TR" sz="900">
                <a:solidFill>
                  <a:srgbClr val="726760"/>
                </a:solidFill>
                <a:latin typeface="Aptos" panose="020B0004020202020204" pitchFamily="34" charset="0"/>
              </a:rPr>
              <a:t>12</a:t>
            </a:r>
          </a:p>
        </p:txBody>
      </p:sp>
      <p:pic>
        <p:nvPicPr>
          <p:cNvPr id="8" name="Resim 7">
            <a:extLst>
              <a:ext uri="{FF2B5EF4-FFF2-40B4-BE49-F238E27FC236}">
                <a16:creationId xmlns:a16="http://schemas.microsoft.com/office/drawing/2014/main" id="{A49C7ECD-2DAE-46A4-54DA-4A01B5F0EB3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422400" y="1879600"/>
            <a:ext cx="5943600" cy="4127500"/>
          </a:xfrm>
          <a:prstGeom prst="rect">
            <a:avLst/>
          </a:prstGeom>
        </p:spPr>
      </p:pic>
      <p:pic>
        <p:nvPicPr>
          <p:cNvPr id="10" name="Resim 9">
            <a:extLst>
              <a:ext uri="{FF2B5EF4-FFF2-40B4-BE49-F238E27FC236}">
                <a16:creationId xmlns:a16="http://schemas.microsoft.com/office/drawing/2014/main" id="{E5BDBBC1-69F4-C637-F952-BCBA6233B2AD}"/>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9314321" y="1879600"/>
            <a:ext cx="1907257" cy="4127500"/>
          </a:xfrm>
          <a:prstGeom prst="rect">
            <a:avLst/>
          </a:prstGeom>
        </p:spPr>
      </p:pic>
      <p:sp>
        <p:nvSpPr>
          <p:cNvPr id="11" name="Metin kutusu 10">
            <a:extLst>
              <a:ext uri="{FF2B5EF4-FFF2-40B4-BE49-F238E27FC236}">
                <a16:creationId xmlns:a16="http://schemas.microsoft.com/office/drawing/2014/main" id="{7FE57E76-0BF0-0D93-E483-3664FA9DA52B}"/>
              </a:ext>
            </a:extLst>
          </p:cNvPr>
          <p:cNvSpPr txBox="1"/>
          <p:nvPr/>
        </p:nvSpPr>
        <p:spPr>
          <a:xfrm>
            <a:off x="533400" y="6057900"/>
            <a:ext cx="8382000" cy="184666"/>
          </a:xfrm>
          <a:prstGeom prst="rect">
            <a:avLst/>
          </a:prstGeom>
          <a:noFill/>
        </p:spPr>
        <p:txBody>
          <a:bodyPr vert="horz" wrap="square" lIns="0" tIns="0" rIns="0" bIns="0" rtlCol="0">
            <a:spAutoFit/>
          </a:bodyPr>
          <a:lstStyle/>
          <a:p>
            <a:r>
              <a:rPr lang="tr-TR" sz="1200">
                <a:solidFill>
                  <a:srgbClr val="292321"/>
                </a:solidFill>
                <a:latin typeface="Aptos" panose="020B0004020202020204" pitchFamily="34" charset="0"/>
              </a:rPr>
              <a:t>Fotoğraf / video filtreleri, arama ve indirme araçları.</a:t>
            </a:r>
          </a:p>
        </p:txBody>
      </p:sp>
      <p:sp>
        <p:nvSpPr>
          <p:cNvPr id="12" name="Metin kutusu 11">
            <a:extLst>
              <a:ext uri="{FF2B5EF4-FFF2-40B4-BE49-F238E27FC236}">
                <a16:creationId xmlns:a16="http://schemas.microsoft.com/office/drawing/2014/main" id="{FA83F814-6510-6E96-98FC-5472C0DD77B6}"/>
              </a:ext>
            </a:extLst>
          </p:cNvPr>
          <p:cNvSpPr txBox="1"/>
          <p:nvPr/>
        </p:nvSpPr>
        <p:spPr>
          <a:xfrm>
            <a:off x="533400" y="1524000"/>
            <a:ext cx="11125200" cy="153888"/>
          </a:xfrm>
          <a:prstGeom prst="rect">
            <a:avLst/>
          </a:prstGeom>
          <a:noFill/>
        </p:spPr>
        <p:txBody>
          <a:bodyPr vert="horz" wrap="square" lIns="0" tIns="0" rIns="0" bIns="0" rtlCol="0">
            <a:spAutoFit/>
          </a:bodyPr>
          <a:lstStyle/>
          <a:p>
            <a:r>
              <a:rPr lang="tr-TR" sz="1000">
                <a:solidFill>
                  <a:srgbClr val="726760"/>
                </a:solidFill>
                <a:latin typeface="Aptos" panose="020B0004020202020204" pitchFamily="34" charset="0"/>
              </a:rPr>
              <a:t>Yerel yönetici görünümü; mevcut içerikler etkinlik sonucu değildir.</a:t>
            </a:r>
          </a:p>
        </p:txBody>
      </p:sp>
    </p:spTree>
    <p:extLst>
      <p:ext uri="{BB962C8B-B14F-4D97-AF65-F5344CB8AC3E}">
        <p14:creationId xmlns:p14="http://schemas.microsoft.com/office/powerpoint/2010/main" val="19757703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BF7F0"/>
        </a:solidFill>
        <a:effectLst/>
      </p:bgPr>
    </p:bg>
    <p:spTree>
      <p:nvGrpSpPr>
        <p:cNvPr id="1" name=""/>
        <p:cNvGrpSpPr/>
        <p:nvPr/>
      </p:nvGrpSpPr>
      <p:grpSpPr>
        <a:xfrm>
          <a:off x="0" y="0"/>
          <a:ext cx="0" cy="0"/>
          <a:chOff x="0" y="0"/>
          <a:chExt cx="0" cy="0"/>
        </a:xfrm>
      </p:grpSpPr>
      <p:sp>
        <p:nvSpPr>
          <p:cNvPr id="2" name="Metin kutusu 1">
            <a:extLst>
              <a:ext uri="{FF2B5EF4-FFF2-40B4-BE49-F238E27FC236}">
                <a16:creationId xmlns:a16="http://schemas.microsoft.com/office/drawing/2014/main" id="{9890F864-323B-4A5F-8B79-3B27A8DB2D03}"/>
              </a:ext>
            </a:extLst>
          </p:cNvPr>
          <p:cNvSpPr txBox="1"/>
          <p:nvPr/>
        </p:nvSpPr>
        <p:spPr>
          <a:xfrm>
            <a:off x="533400" y="342900"/>
            <a:ext cx="11125200" cy="169277"/>
          </a:xfrm>
          <a:prstGeom prst="rect">
            <a:avLst/>
          </a:prstGeom>
          <a:noFill/>
        </p:spPr>
        <p:txBody>
          <a:bodyPr vert="horz" wrap="square" lIns="0" tIns="0" rIns="0" bIns="0" rtlCol="0">
            <a:spAutoFit/>
          </a:bodyPr>
          <a:lstStyle/>
          <a:p>
            <a:r>
              <a:rPr lang="tr-TR" sz="1100" b="1">
                <a:solidFill>
                  <a:srgbClr val="9B292E"/>
                </a:solidFill>
                <a:latin typeface="Aptos" panose="020B0004020202020204" pitchFamily="34" charset="0"/>
              </a:rPr>
              <a:t>PAYLAŞIM VE QR</a:t>
            </a:r>
          </a:p>
        </p:txBody>
      </p:sp>
      <p:sp>
        <p:nvSpPr>
          <p:cNvPr id="3" name="Metin kutusu 2">
            <a:extLst>
              <a:ext uri="{FF2B5EF4-FFF2-40B4-BE49-F238E27FC236}">
                <a16:creationId xmlns:a16="http://schemas.microsoft.com/office/drawing/2014/main" id="{B9931E95-F657-9E25-E230-6F0B61658BC0}"/>
              </a:ext>
            </a:extLst>
          </p:cNvPr>
          <p:cNvSpPr txBox="1"/>
          <p:nvPr/>
        </p:nvSpPr>
        <p:spPr>
          <a:xfrm>
            <a:off x="533400" y="812800"/>
            <a:ext cx="11125200" cy="461665"/>
          </a:xfrm>
          <a:prstGeom prst="rect">
            <a:avLst/>
          </a:prstGeom>
          <a:noFill/>
        </p:spPr>
        <p:txBody>
          <a:bodyPr vert="horz" wrap="square" lIns="0" tIns="0" rIns="0" bIns="0" rtlCol="0">
            <a:spAutoFit/>
          </a:bodyPr>
          <a:lstStyle/>
          <a:p>
            <a:r>
              <a:rPr lang="tr-TR" sz="3000" b="1">
                <a:solidFill>
                  <a:srgbClr val="292321"/>
                </a:solidFill>
                <a:latin typeface="Aptos" panose="020B0004020202020204" pitchFamily="34" charset="0"/>
              </a:rPr>
              <a:t>Her organizasyona özel paylaşım araçları.</a:t>
            </a:r>
          </a:p>
        </p:txBody>
      </p:sp>
      <p:sp>
        <p:nvSpPr>
          <p:cNvPr id="4" name="Dikdörtgen 3">
            <a:extLst>
              <a:ext uri="{FF2B5EF4-FFF2-40B4-BE49-F238E27FC236}">
                <a16:creationId xmlns:a16="http://schemas.microsoft.com/office/drawing/2014/main" id="{09B43533-BF16-B053-8233-0CBDD8AE4E69}"/>
              </a:ext>
            </a:extLst>
          </p:cNvPr>
          <p:cNvSpPr/>
          <p:nvPr/>
        </p:nvSpPr>
        <p:spPr>
          <a:xfrm>
            <a:off x="533400" y="6375400"/>
            <a:ext cx="11125200" cy="12700"/>
          </a:xfrm>
          <a:prstGeom prst="rect">
            <a:avLst/>
          </a:prstGeom>
          <a:solidFill>
            <a:srgbClr val="E5DAD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5" name="Metin kutusu 4">
            <a:extLst>
              <a:ext uri="{FF2B5EF4-FFF2-40B4-BE49-F238E27FC236}">
                <a16:creationId xmlns:a16="http://schemas.microsoft.com/office/drawing/2014/main" id="{65133B0C-8A4E-DD94-CDEE-E8F569DCD77F}"/>
              </a:ext>
            </a:extLst>
          </p:cNvPr>
          <p:cNvSpPr txBox="1"/>
          <p:nvPr/>
        </p:nvSpPr>
        <p:spPr>
          <a:xfrm>
            <a:off x="533400" y="6502400"/>
            <a:ext cx="8890000" cy="138499"/>
          </a:xfrm>
          <a:prstGeom prst="rect">
            <a:avLst/>
          </a:prstGeom>
          <a:noFill/>
        </p:spPr>
        <p:txBody>
          <a:bodyPr vert="horz" wrap="square" lIns="0" tIns="0" rIns="0" bIns="0" rtlCol="0">
            <a:spAutoFit/>
          </a:bodyPr>
          <a:lstStyle/>
          <a:p>
            <a:r>
              <a:rPr lang="tr-TR" sz="900">
                <a:solidFill>
                  <a:srgbClr val="726760"/>
                </a:solidFill>
                <a:latin typeface="Aptos" panose="020B0004020202020204" pitchFamily="34" charset="0"/>
              </a:rPr>
              <a:t>ANILAR / ÜRÜN EKRANLARI</a:t>
            </a:r>
          </a:p>
        </p:txBody>
      </p:sp>
      <p:sp>
        <p:nvSpPr>
          <p:cNvPr id="6" name="Metin kutusu 5">
            <a:extLst>
              <a:ext uri="{FF2B5EF4-FFF2-40B4-BE49-F238E27FC236}">
                <a16:creationId xmlns:a16="http://schemas.microsoft.com/office/drawing/2014/main" id="{7024270D-4081-CF55-AEC3-726AFD1FC94F}"/>
              </a:ext>
            </a:extLst>
          </p:cNvPr>
          <p:cNvSpPr txBox="1"/>
          <p:nvPr/>
        </p:nvSpPr>
        <p:spPr>
          <a:xfrm>
            <a:off x="11277600" y="6502400"/>
            <a:ext cx="381000" cy="138499"/>
          </a:xfrm>
          <a:prstGeom prst="rect">
            <a:avLst/>
          </a:prstGeom>
          <a:noFill/>
        </p:spPr>
        <p:txBody>
          <a:bodyPr vert="horz" wrap="square" lIns="0" tIns="0" rIns="0" bIns="0" rtlCol="0">
            <a:spAutoFit/>
          </a:bodyPr>
          <a:lstStyle/>
          <a:p>
            <a:r>
              <a:rPr lang="tr-TR" sz="900">
                <a:solidFill>
                  <a:srgbClr val="726760"/>
                </a:solidFill>
                <a:latin typeface="Aptos" panose="020B0004020202020204" pitchFamily="34" charset="0"/>
              </a:rPr>
              <a:t>13</a:t>
            </a:r>
          </a:p>
        </p:txBody>
      </p:sp>
      <p:pic>
        <p:nvPicPr>
          <p:cNvPr id="8" name="Resim 7">
            <a:extLst>
              <a:ext uri="{FF2B5EF4-FFF2-40B4-BE49-F238E27FC236}">
                <a16:creationId xmlns:a16="http://schemas.microsoft.com/office/drawing/2014/main" id="{8BCD5A26-90D6-706F-2A60-3EB9358A953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022350" y="1727200"/>
            <a:ext cx="6400800" cy="4445000"/>
          </a:xfrm>
          <a:prstGeom prst="rect">
            <a:avLst/>
          </a:prstGeom>
        </p:spPr>
      </p:pic>
      <p:sp>
        <p:nvSpPr>
          <p:cNvPr id="9" name="Metin kutusu 8">
            <a:extLst>
              <a:ext uri="{FF2B5EF4-FFF2-40B4-BE49-F238E27FC236}">
                <a16:creationId xmlns:a16="http://schemas.microsoft.com/office/drawing/2014/main" id="{48F38EFF-1519-6178-1FB9-5B8FBDF4D752}"/>
              </a:ext>
            </a:extLst>
          </p:cNvPr>
          <p:cNvSpPr txBox="1"/>
          <p:nvPr/>
        </p:nvSpPr>
        <p:spPr>
          <a:xfrm>
            <a:off x="8204200" y="2032000"/>
            <a:ext cx="3454400" cy="369332"/>
          </a:xfrm>
          <a:prstGeom prst="rect">
            <a:avLst/>
          </a:prstGeom>
          <a:noFill/>
        </p:spPr>
        <p:txBody>
          <a:bodyPr vert="horz" wrap="square" lIns="0" tIns="0" rIns="0" bIns="0" rtlCol="0">
            <a:spAutoFit/>
          </a:bodyPr>
          <a:lstStyle/>
          <a:p>
            <a:r>
              <a:rPr lang="tr-TR" sz="2400" b="1">
                <a:solidFill>
                  <a:srgbClr val="9B292E"/>
                </a:solidFill>
                <a:latin typeface="Aptos" panose="020B0004020202020204" pitchFamily="34" charset="0"/>
              </a:rPr>
              <a:t>Tek yerden yönetim</a:t>
            </a:r>
          </a:p>
        </p:txBody>
      </p:sp>
      <p:sp>
        <p:nvSpPr>
          <p:cNvPr id="10" name="Metin kutusu 9">
            <a:extLst>
              <a:ext uri="{FF2B5EF4-FFF2-40B4-BE49-F238E27FC236}">
                <a16:creationId xmlns:a16="http://schemas.microsoft.com/office/drawing/2014/main" id="{4273651D-DCD7-AC6E-2FFD-6F9CEF831971}"/>
              </a:ext>
            </a:extLst>
          </p:cNvPr>
          <p:cNvSpPr txBox="1"/>
          <p:nvPr/>
        </p:nvSpPr>
        <p:spPr>
          <a:xfrm>
            <a:off x="8204200" y="2794000"/>
            <a:ext cx="3454400" cy="1615827"/>
          </a:xfrm>
          <a:prstGeom prst="rect">
            <a:avLst/>
          </a:prstGeom>
          <a:noFill/>
        </p:spPr>
        <p:txBody>
          <a:bodyPr vert="horz" wrap="square" lIns="0" tIns="0" rIns="0" bIns="0" rtlCol="0">
            <a:spAutoFit/>
          </a:bodyPr>
          <a:lstStyle/>
          <a:p>
            <a:r>
              <a:rPr lang="tr-TR" sz="2100">
                <a:solidFill>
                  <a:srgbClr val="292321"/>
                </a:solidFill>
                <a:latin typeface="Aptos" panose="020B0004020202020204" pitchFamily="34" charset="0"/>
              </a:rPr>
              <a:t>Misafir bağlantısı.</a:t>
            </a:r>
          </a:p>
          <a:p>
            <a:endParaRPr lang="tr-TR" sz="2100">
              <a:solidFill>
                <a:srgbClr val="292321"/>
              </a:solidFill>
              <a:latin typeface="Aptos" panose="020B0004020202020204" pitchFamily="34" charset="0"/>
            </a:endParaRPr>
          </a:p>
          <a:p>
            <a:r>
              <a:rPr lang="tr-TR" sz="2100">
                <a:solidFill>
                  <a:srgbClr val="292321"/>
                </a:solidFill>
                <a:latin typeface="Aptos" panose="020B0004020202020204" pitchFamily="34" charset="0"/>
              </a:rPr>
              <a:t>PNG / SVG QR seçenekleri.</a:t>
            </a:r>
          </a:p>
          <a:p>
            <a:endParaRPr lang="tr-TR" sz="2100">
              <a:solidFill>
                <a:srgbClr val="292321"/>
              </a:solidFill>
              <a:latin typeface="Aptos" panose="020B0004020202020204" pitchFamily="34" charset="0"/>
            </a:endParaRPr>
          </a:p>
          <a:p>
            <a:r>
              <a:rPr lang="tr-TR" sz="2100">
                <a:solidFill>
                  <a:srgbClr val="292321"/>
                </a:solidFill>
                <a:latin typeface="Aptos" panose="020B0004020202020204" pitchFamily="34" charset="0"/>
              </a:rPr>
              <a:t>Misafir sayfasına geçiş.</a:t>
            </a:r>
          </a:p>
        </p:txBody>
      </p:sp>
      <p:sp>
        <p:nvSpPr>
          <p:cNvPr id="11" name="Metin kutusu 10">
            <a:extLst>
              <a:ext uri="{FF2B5EF4-FFF2-40B4-BE49-F238E27FC236}">
                <a16:creationId xmlns:a16="http://schemas.microsoft.com/office/drawing/2014/main" id="{D08AEBEF-F148-AC59-7997-4715AD52B449}"/>
              </a:ext>
            </a:extLst>
          </p:cNvPr>
          <p:cNvSpPr txBox="1"/>
          <p:nvPr/>
        </p:nvSpPr>
        <p:spPr>
          <a:xfrm>
            <a:off x="8204200" y="5448300"/>
            <a:ext cx="3454400" cy="338554"/>
          </a:xfrm>
          <a:prstGeom prst="rect">
            <a:avLst/>
          </a:prstGeom>
          <a:noFill/>
        </p:spPr>
        <p:txBody>
          <a:bodyPr vert="horz" wrap="square" lIns="0" tIns="0" rIns="0" bIns="0" rtlCol="0">
            <a:spAutoFit/>
          </a:bodyPr>
          <a:lstStyle/>
          <a:p>
            <a:r>
              <a:rPr lang="tr-TR" sz="1100">
                <a:solidFill>
                  <a:srgbClr val="726760"/>
                </a:solidFill>
                <a:latin typeface="Aptos" panose="020B0004020202020204" pitchFamily="34" charset="0"/>
              </a:rPr>
              <a:t>Yerel önizleme ekranı. Buradaki QR localhost adresine gider; görüşmede dağıtılacak canlı QR değildir.</a:t>
            </a:r>
          </a:p>
        </p:txBody>
      </p:sp>
    </p:spTree>
    <p:extLst>
      <p:ext uri="{BB962C8B-B14F-4D97-AF65-F5344CB8AC3E}">
        <p14:creationId xmlns:p14="http://schemas.microsoft.com/office/powerpoint/2010/main" val="36856524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BF7F0"/>
        </a:solidFill>
        <a:effectLst/>
      </p:bgPr>
    </p:bg>
    <p:spTree>
      <p:nvGrpSpPr>
        <p:cNvPr id="1" name=""/>
        <p:cNvGrpSpPr/>
        <p:nvPr/>
      </p:nvGrpSpPr>
      <p:grpSpPr>
        <a:xfrm>
          <a:off x="0" y="0"/>
          <a:ext cx="0" cy="0"/>
          <a:chOff x="0" y="0"/>
          <a:chExt cx="0" cy="0"/>
        </a:xfrm>
      </p:grpSpPr>
      <p:sp>
        <p:nvSpPr>
          <p:cNvPr id="2" name="Metin kutusu 1">
            <a:extLst>
              <a:ext uri="{FF2B5EF4-FFF2-40B4-BE49-F238E27FC236}">
                <a16:creationId xmlns:a16="http://schemas.microsoft.com/office/drawing/2014/main" id="{2C8E89BA-F011-A245-FCF6-E1068058B332}"/>
              </a:ext>
            </a:extLst>
          </p:cNvPr>
          <p:cNvSpPr txBox="1"/>
          <p:nvPr/>
        </p:nvSpPr>
        <p:spPr>
          <a:xfrm>
            <a:off x="533400" y="342900"/>
            <a:ext cx="11049000" cy="169277"/>
          </a:xfrm>
          <a:prstGeom prst="rect">
            <a:avLst/>
          </a:prstGeom>
          <a:noFill/>
        </p:spPr>
        <p:txBody>
          <a:bodyPr vert="horz" wrap="square" lIns="0" tIns="0" rIns="0" bIns="0" rtlCol="0">
            <a:spAutoFit/>
          </a:bodyPr>
          <a:lstStyle/>
          <a:p>
            <a:r>
              <a:rPr lang="tr-TR" sz="1100" b="1">
                <a:solidFill>
                  <a:srgbClr val="9B292E"/>
                </a:solidFill>
                <a:latin typeface="Aptos" panose="020B0004020202020204" pitchFamily="34" charset="0"/>
              </a:rPr>
              <a:t>PARTNERLİK MODELİ</a:t>
            </a:r>
          </a:p>
        </p:txBody>
      </p:sp>
      <p:sp>
        <p:nvSpPr>
          <p:cNvPr id="3" name="Metin kutusu 2">
            <a:extLst>
              <a:ext uri="{FF2B5EF4-FFF2-40B4-BE49-F238E27FC236}">
                <a16:creationId xmlns:a16="http://schemas.microsoft.com/office/drawing/2014/main" id="{D4384535-65EA-D0E2-D9F9-4FC2ED923149}"/>
              </a:ext>
            </a:extLst>
          </p:cNvPr>
          <p:cNvSpPr txBox="1"/>
          <p:nvPr/>
        </p:nvSpPr>
        <p:spPr>
          <a:xfrm>
            <a:off x="533400" y="825500"/>
            <a:ext cx="11176000" cy="477054"/>
          </a:xfrm>
          <a:prstGeom prst="rect">
            <a:avLst/>
          </a:prstGeom>
          <a:noFill/>
        </p:spPr>
        <p:txBody>
          <a:bodyPr vert="horz" wrap="square" lIns="0" tIns="0" rIns="0" bIns="0" rtlCol="0">
            <a:spAutoFit/>
          </a:bodyPr>
          <a:lstStyle/>
          <a:p>
            <a:r>
              <a:rPr lang="tr-TR" sz="3100" b="1">
                <a:solidFill>
                  <a:srgbClr val="292321"/>
                </a:solidFill>
                <a:latin typeface="Aptos" panose="020B0004020202020204" pitchFamily="34" charset="0"/>
              </a:rPr>
              <a:t>Siz müşteriye sunun. Hizmet giderleri bize ait.</a:t>
            </a:r>
          </a:p>
        </p:txBody>
      </p:sp>
      <p:sp>
        <p:nvSpPr>
          <p:cNvPr id="4" name="Dikdörtgen 3">
            <a:extLst>
              <a:ext uri="{FF2B5EF4-FFF2-40B4-BE49-F238E27FC236}">
                <a16:creationId xmlns:a16="http://schemas.microsoft.com/office/drawing/2014/main" id="{0DF76B87-FE1A-B03C-263D-7A7F8DBC08BE}"/>
              </a:ext>
            </a:extLst>
          </p:cNvPr>
          <p:cNvSpPr/>
          <p:nvPr/>
        </p:nvSpPr>
        <p:spPr>
          <a:xfrm>
            <a:off x="533400" y="6375400"/>
            <a:ext cx="11125200" cy="12700"/>
          </a:xfrm>
          <a:prstGeom prst="rect">
            <a:avLst/>
          </a:prstGeom>
          <a:solidFill>
            <a:srgbClr val="E5DAD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5" name="Metin kutusu 4">
            <a:extLst>
              <a:ext uri="{FF2B5EF4-FFF2-40B4-BE49-F238E27FC236}">
                <a16:creationId xmlns:a16="http://schemas.microsoft.com/office/drawing/2014/main" id="{55C3C72F-0AA5-2B36-1A30-983F96521D22}"/>
              </a:ext>
            </a:extLst>
          </p:cNvPr>
          <p:cNvSpPr txBox="1"/>
          <p:nvPr/>
        </p:nvSpPr>
        <p:spPr>
          <a:xfrm>
            <a:off x="533400" y="6502400"/>
            <a:ext cx="5715000" cy="138499"/>
          </a:xfrm>
          <a:prstGeom prst="rect">
            <a:avLst/>
          </a:prstGeom>
          <a:noFill/>
        </p:spPr>
        <p:txBody>
          <a:bodyPr vert="horz" wrap="square" lIns="0" tIns="0" rIns="0" bIns="0" rtlCol="0">
            <a:spAutoFit/>
          </a:bodyPr>
          <a:lstStyle/>
          <a:p>
            <a:r>
              <a:rPr lang="tr-TR" sz="900">
                <a:solidFill>
                  <a:srgbClr val="726760"/>
                </a:solidFill>
                <a:latin typeface="Aptos" panose="020B0004020202020204" pitchFamily="34" charset="0"/>
              </a:rPr>
              <a:t>ANILAR  /  PARTNERLİK</a:t>
            </a:r>
          </a:p>
        </p:txBody>
      </p:sp>
      <p:sp>
        <p:nvSpPr>
          <p:cNvPr id="6" name="Metin kutusu 5">
            <a:extLst>
              <a:ext uri="{FF2B5EF4-FFF2-40B4-BE49-F238E27FC236}">
                <a16:creationId xmlns:a16="http://schemas.microsoft.com/office/drawing/2014/main" id="{1F3A29CF-A67F-20E1-E258-9A506B54B35B}"/>
              </a:ext>
            </a:extLst>
          </p:cNvPr>
          <p:cNvSpPr txBox="1"/>
          <p:nvPr/>
        </p:nvSpPr>
        <p:spPr>
          <a:xfrm>
            <a:off x="11277600" y="6502400"/>
            <a:ext cx="381000" cy="138499"/>
          </a:xfrm>
          <a:prstGeom prst="rect">
            <a:avLst/>
          </a:prstGeom>
          <a:noFill/>
        </p:spPr>
        <p:txBody>
          <a:bodyPr vert="horz" wrap="square" lIns="0" tIns="0" rIns="0" bIns="0" rtlCol="0">
            <a:spAutoFit/>
          </a:bodyPr>
          <a:lstStyle/>
          <a:p>
            <a:r>
              <a:rPr lang="tr-TR" sz="900">
                <a:solidFill>
                  <a:srgbClr val="726760"/>
                </a:solidFill>
                <a:latin typeface="Aptos" panose="020B0004020202020204" pitchFamily="34" charset="0"/>
              </a:rPr>
              <a:t>14</a:t>
            </a:r>
          </a:p>
        </p:txBody>
      </p:sp>
      <p:sp>
        <p:nvSpPr>
          <p:cNvPr id="7" name="Dikdörtgen 6">
            <a:extLst>
              <a:ext uri="{FF2B5EF4-FFF2-40B4-BE49-F238E27FC236}">
                <a16:creationId xmlns:a16="http://schemas.microsoft.com/office/drawing/2014/main" id="{9A6DEF8F-ACE1-63F7-16E8-E0744C40C60B}"/>
              </a:ext>
            </a:extLst>
          </p:cNvPr>
          <p:cNvSpPr/>
          <p:nvPr/>
        </p:nvSpPr>
        <p:spPr>
          <a:xfrm>
            <a:off x="533400" y="2159000"/>
            <a:ext cx="5397500" cy="35052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8" name="Dikdörtgen 7">
            <a:extLst>
              <a:ext uri="{FF2B5EF4-FFF2-40B4-BE49-F238E27FC236}">
                <a16:creationId xmlns:a16="http://schemas.microsoft.com/office/drawing/2014/main" id="{922C29D2-C5FE-A84E-9315-09931AE08AC4}"/>
              </a:ext>
            </a:extLst>
          </p:cNvPr>
          <p:cNvSpPr/>
          <p:nvPr/>
        </p:nvSpPr>
        <p:spPr>
          <a:xfrm>
            <a:off x="6235700" y="2159000"/>
            <a:ext cx="5422900" cy="3505200"/>
          </a:xfrm>
          <a:prstGeom prst="rect">
            <a:avLst/>
          </a:prstGeom>
          <a:solidFill>
            <a:srgbClr val="F2E4D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9" name="Metin kutusu 8">
            <a:extLst>
              <a:ext uri="{FF2B5EF4-FFF2-40B4-BE49-F238E27FC236}">
                <a16:creationId xmlns:a16="http://schemas.microsoft.com/office/drawing/2014/main" id="{60C6F6EB-F853-A863-FAAA-7CCF03FD084E}"/>
              </a:ext>
            </a:extLst>
          </p:cNvPr>
          <p:cNvSpPr txBox="1"/>
          <p:nvPr/>
        </p:nvSpPr>
        <p:spPr>
          <a:xfrm>
            <a:off x="838200" y="2349500"/>
            <a:ext cx="4635500" cy="738664"/>
          </a:xfrm>
          <a:prstGeom prst="rect">
            <a:avLst/>
          </a:prstGeom>
          <a:noFill/>
        </p:spPr>
        <p:txBody>
          <a:bodyPr vert="horz" wrap="square" lIns="0" tIns="0" rIns="0" bIns="0" rtlCol="0">
            <a:spAutoFit/>
          </a:bodyPr>
          <a:lstStyle/>
          <a:p>
            <a:r>
              <a:rPr lang="tr-TR" sz="4800" b="1">
                <a:solidFill>
                  <a:srgbClr val="9B292E"/>
                </a:solidFill>
                <a:latin typeface="Aptos" panose="020B0004020202020204" pitchFamily="34" charset="0"/>
              </a:rPr>
              <a:t>%30</a:t>
            </a:r>
          </a:p>
        </p:txBody>
      </p:sp>
      <p:sp>
        <p:nvSpPr>
          <p:cNvPr id="10" name="Metin kutusu 9">
            <a:extLst>
              <a:ext uri="{FF2B5EF4-FFF2-40B4-BE49-F238E27FC236}">
                <a16:creationId xmlns:a16="http://schemas.microsoft.com/office/drawing/2014/main" id="{1C82C24D-F066-23A7-FBB1-90572CCB7A82}"/>
              </a:ext>
            </a:extLst>
          </p:cNvPr>
          <p:cNvSpPr txBox="1"/>
          <p:nvPr/>
        </p:nvSpPr>
        <p:spPr>
          <a:xfrm>
            <a:off x="838200" y="3352800"/>
            <a:ext cx="4635500" cy="353943"/>
          </a:xfrm>
          <a:prstGeom prst="rect">
            <a:avLst/>
          </a:prstGeom>
          <a:noFill/>
        </p:spPr>
        <p:txBody>
          <a:bodyPr vert="horz" wrap="square" lIns="0" tIns="0" rIns="0" bIns="0" rtlCol="0">
            <a:spAutoFit/>
          </a:bodyPr>
          <a:lstStyle/>
          <a:p>
            <a:r>
              <a:rPr lang="tr-TR" sz="2300" b="1">
                <a:solidFill>
                  <a:srgbClr val="292321"/>
                </a:solidFill>
                <a:latin typeface="Aptos" panose="020B0004020202020204" pitchFamily="34" charset="0"/>
              </a:rPr>
              <a:t>İşletmenizin payı</a:t>
            </a:r>
          </a:p>
        </p:txBody>
      </p:sp>
      <p:sp>
        <p:nvSpPr>
          <p:cNvPr id="11" name="Metin kutusu 10">
            <a:extLst>
              <a:ext uri="{FF2B5EF4-FFF2-40B4-BE49-F238E27FC236}">
                <a16:creationId xmlns:a16="http://schemas.microsoft.com/office/drawing/2014/main" id="{16C2C8DC-BE7A-3C94-3306-A33DBEF15393}"/>
              </a:ext>
            </a:extLst>
          </p:cNvPr>
          <p:cNvSpPr txBox="1"/>
          <p:nvPr/>
        </p:nvSpPr>
        <p:spPr>
          <a:xfrm>
            <a:off x="838200" y="4025900"/>
            <a:ext cx="4673600" cy="877163"/>
          </a:xfrm>
          <a:prstGeom prst="rect">
            <a:avLst/>
          </a:prstGeom>
          <a:noFill/>
        </p:spPr>
        <p:txBody>
          <a:bodyPr vert="horz" wrap="square" lIns="0" tIns="0" rIns="0" bIns="0" rtlCol="0">
            <a:spAutoFit/>
          </a:bodyPr>
          <a:lstStyle/>
          <a:p>
            <a:r>
              <a:rPr lang="tr-TR" sz="1900">
                <a:solidFill>
                  <a:srgbClr val="292321"/>
                </a:solidFill>
                <a:latin typeface="Aptos" panose="020B0004020202020204" pitchFamily="34" charset="0"/>
              </a:rPr>
              <a:t>Hizmeti müşteriye tanıtın.</a:t>
            </a:r>
          </a:p>
          <a:p>
            <a:r>
              <a:rPr lang="tr-TR" sz="1900">
                <a:solidFill>
                  <a:srgbClr val="292321"/>
                </a:solidFill>
                <a:latin typeface="Aptos" panose="020B0004020202020204" pitchFamily="34" charset="0"/>
              </a:rPr>
              <a:t>Organizasyon bilgilerini koordine edin.</a:t>
            </a:r>
          </a:p>
          <a:p>
            <a:r>
              <a:rPr lang="tr-TR" sz="1900">
                <a:solidFill>
                  <a:srgbClr val="292321"/>
                </a:solidFill>
                <a:latin typeface="Aptos" panose="020B0004020202020204" pitchFamily="34" charset="0"/>
              </a:rPr>
              <a:t>Gerçekleşen satıştan pay kazanın.</a:t>
            </a:r>
          </a:p>
        </p:txBody>
      </p:sp>
      <p:sp>
        <p:nvSpPr>
          <p:cNvPr id="12" name="Metin kutusu 11">
            <a:extLst>
              <a:ext uri="{FF2B5EF4-FFF2-40B4-BE49-F238E27FC236}">
                <a16:creationId xmlns:a16="http://schemas.microsoft.com/office/drawing/2014/main" id="{D7470BA0-B6A6-C876-A65E-7E3F1A6DBD0D}"/>
              </a:ext>
            </a:extLst>
          </p:cNvPr>
          <p:cNvSpPr txBox="1"/>
          <p:nvPr/>
        </p:nvSpPr>
        <p:spPr>
          <a:xfrm>
            <a:off x="6540500" y="2349500"/>
            <a:ext cx="4635500" cy="738664"/>
          </a:xfrm>
          <a:prstGeom prst="rect">
            <a:avLst/>
          </a:prstGeom>
          <a:noFill/>
        </p:spPr>
        <p:txBody>
          <a:bodyPr vert="horz" wrap="square" lIns="0" tIns="0" rIns="0" bIns="0" rtlCol="0">
            <a:spAutoFit/>
          </a:bodyPr>
          <a:lstStyle/>
          <a:p>
            <a:r>
              <a:rPr lang="tr-TR" sz="4800" b="1">
                <a:solidFill>
                  <a:srgbClr val="9B292E"/>
                </a:solidFill>
                <a:latin typeface="Aptos" panose="020B0004020202020204" pitchFamily="34" charset="0"/>
              </a:rPr>
              <a:t>%70</a:t>
            </a:r>
          </a:p>
        </p:txBody>
      </p:sp>
      <p:sp>
        <p:nvSpPr>
          <p:cNvPr id="13" name="Metin kutusu 12">
            <a:extLst>
              <a:ext uri="{FF2B5EF4-FFF2-40B4-BE49-F238E27FC236}">
                <a16:creationId xmlns:a16="http://schemas.microsoft.com/office/drawing/2014/main" id="{F45D482D-8E3D-0161-CF2B-AFD6568AF264}"/>
              </a:ext>
            </a:extLst>
          </p:cNvPr>
          <p:cNvSpPr txBox="1"/>
          <p:nvPr/>
        </p:nvSpPr>
        <p:spPr>
          <a:xfrm>
            <a:off x="6540500" y="3352800"/>
            <a:ext cx="4635500" cy="353943"/>
          </a:xfrm>
          <a:prstGeom prst="rect">
            <a:avLst/>
          </a:prstGeom>
          <a:noFill/>
        </p:spPr>
        <p:txBody>
          <a:bodyPr vert="horz" wrap="square" lIns="0" tIns="0" rIns="0" bIns="0" rtlCol="0">
            <a:spAutoFit/>
          </a:bodyPr>
          <a:lstStyle/>
          <a:p>
            <a:r>
              <a:rPr lang="tr-TR" sz="2300" b="1">
                <a:solidFill>
                  <a:srgbClr val="292321"/>
                </a:solidFill>
                <a:latin typeface="Aptos" panose="020B0004020202020204" pitchFamily="34" charset="0"/>
              </a:rPr>
              <a:t>ANILAR payı</a:t>
            </a:r>
          </a:p>
        </p:txBody>
      </p:sp>
      <p:sp>
        <p:nvSpPr>
          <p:cNvPr id="14" name="Metin kutusu 13">
            <a:extLst>
              <a:ext uri="{FF2B5EF4-FFF2-40B4-BE49-F238E27FC236}">
                <a16:creationId xmlns:a16="http://schemas.microsoft.com/office/drawing/2014/main" id="{1D6B7D84-62BA-4B86-29A4-20579B5966F4}"/>
              </a:ext>
            </a:extLst>
          </p:cNvPr>
          <p:cNvSpPr txBox="1"/>
          <p:nvPr/>
        </p:nvSpPr>
        <p:spPr>
          <a:xfrm>
            <a:off x="6540500" y="4025900"/>
            <a:ext cx="4699000" cy="877163"/>
          </a:xfrm>
          <a:prstGeom prst="rect">
            <a:avLst/>
          </a:prstGeom>
          <a:noFill/>
        </p:spPr>
        <p:txBody>
          <a:bodyPr vert="horz" wrap="square" lIns="0" tIns="0" rIns="0" bIns="0" rtlCol="0">
            <a:spAutoFit/>
          </a:bodyPr>
          <a:lstStyle/>
          <a:p>
            <a:r>
              <a:rPr lang="tr-TR" sz="1900">
                <a:solidFill>
                  <a:srgbClr val="292321"/>
                </a:solidFill>
                <a:latin typeface="Aptos" panose="020B0004020202020204" pitchFamily="34" charset="0"/>
              </a:rPr>
              <a:t>QR baskısı ve teslimat giderleri.</a:t>
            </a:r>
          </a:p>
          <a:p>
            <a:r>
              <a:rPr lang="tr-TR" sz="1900">
                <a:solidFill>
                  <a:srgbClr val="292321"/>
                </a:solidFill>
                <a:latin typeface="Aptos" panose="020B0004020202020204" pitchFamily="34" charset="0"/>
              </a:rPr>
              <a:t>Dijital albüm ve teknik altyapı.</a:t>
            </a:r>
          </a:p>
          <a:p>
            <a:r>
              <a:rPr lang="tr-TR" sz="1900">
                <a:solidFill>
                  <a:srgbClr val="292321"/>
                </a:solidFill>
                <a:latin typeface="Aptos" panose="020B0004020202020204" pitchFamily="34" charset="0"/>
              </a:rPr>
              <a:t>Hizmet ve teknik destek maliyetleri.</a:t>
            </a:r>
          </a:p>
        </p:txBody>
      </p:sp>
      <p:sp>
        <p:nvSpPr>
          <p:cNvPr id="15" name="Metin kutusu 14">
            <a:extLst>
              <a:ext uri="{FF2B5EF4-FFF2-40B4-BE49-F238E27FC236}">
                <a16:creationId xmlns:a16="http://schemas.microsoft.com/office/drawing/2014/main" id="{943C0A1A-F5F5-FF5F-968C-0A4D030FA3C7}"/>
              </a:ext>
            </a:extLst>
          </p:cNvPr>
          <p:cNvSpPr txBox="1"/>
          <p:nvPr/>
        </p:nvSpPr>
        <p:spPr>
          <a:xfrm>
            <a:off x="533400" y="5867400"/>
            <a:ext cx="11125200" cy="200055"/>
          </a:xfrm>
          <a:prstGeom prst="rect">
            <a:avLst/>
          </a:prstGeom>
          <a:noFill/>
        </p:spPr>
        <p:txBody>
          <a:bodyPr vert="horz" wrap="square" lIns="0" tIns="0" rIns="0" bIns="0" rtlCol="0">
            <a:spAutoFit/>
          </a:bodyPr>
          <a:lstStyle/>
          <a:p>
            <a:r>
              <a:rPr lang="tr-TR" sz="1300">
                <a:solidFill>
                  <a:srgbClr val="726760"/>
                </a:solidFill>
                <a:latin typeface="Aptos" panose="020B0004020202020204" pitchFamily="34" charset="0"/>
              </a:rPr>
              <a:t>Paylaşım KDV hariç satış üzerinden yapılır. İşletmenin payından hizmet gideri kesilmez; kendi vergileri işletmeye aittir.</a:t>
            </a:r>
          </a:p>
        </p:txBody>
      </p:sp>
    </p:spTree>
    <p:extLst>
      <p:ext uri="{BB962C8B-B14F-4D97-AF65-F5344CB8AC3E}">
        <p14:creationId xmlns:p14="http://schemas.microsoft.com/office/powerpoint/2010/main" val="11620733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BF7F0"/>
        </a:solidFill>
        <a:effectLst/>
      </p:bgPr>
    </p:bg>
    <p:spTree>
      <p:nvGrpSpPr>
        <p:cNvPr id="1" name=""/>
        <p:cNvGrpSpPr/>
        <p:nvPr/>
      </p:nvGrpSpPr>
      <p:grpSpPr>
        <a:xfrm>
          <a:off x="0" y="0"/>
          <a:ext cx="0" cy="0"/>
          <a:chOff x="0" y="0"/>
          <a:chExt cx="0" cy="0"/>
        </a:xfrm>
      </p:grpSpPr>
      <p:sp>
        <p:nvSpPr>
          <p:cNvPr id="2" name="Metin kutusu 1">
            <a:extLst>
              <a:ext uri="{FF2B5EF4-FFF2-40B4-BE49-F238E27FC236}">
                <a16:creationId xmlns:a16="http://schemas.microsoft.com/office/drawing/2014/main" id="{A452B44F-0335-FDBF-C9DB-A14A2B480263}"/>
              </a:ext>
            </a:extLst>
          </p:cNvPr>
          <p:cNvSpPr txBox="1"/>
          <p:nvPr/>
        </p:nvSpPr>
        <p:spPr>
          <a:xfrm>
            <a:off x="533400" y="342900"/>
            <a:ext cx="11049000" cy="169277"/>
          </a:xfrm>
          <a:prstGeom prst="rect">
            <a:avLst/>
          </a:prstGeom>
          <a:noFill/>
        </p:spPr>
        <p:txBody>
          <a:bodyPr vert="horz" wrap="square" lIns="0" tIns="0" rIns="0" bIns="0" rtlCol="0">
            <a:spAutoFit/>
          </a:bodyPr>
          <a:lstStyle/>
          <a:p>
            <a:r>
              <a:rPr lang="tr-TR" sz="1100" b="1">
                <a:solidFill>
                  <a:srgbClr val="9B292E"/>
                </a:solidFill>
                <a:latin typeface="Aptos" panose="020B0004020202020204" pitchFamily="34" charset="0"/>
              </a:rPr>
              <a:t>FİYAT SEÇENEKLERİ</a:t>
            </a:r>
          </a:p>
        </p:txBody>
      </p:sp>
      <p:sp>
        <p:nvSpPr>
          <p:cNvPr id="3" name="Metin kutusu 2">
            <a:extLst>
              <a:ext uri="{FF2B5EF4-FFF2-40B4-BE49-F238E27FC236}">
                <a16:creationId xmlns:a16="http://schemas.microsoft.com/office/drawing/2014/main" id="{2BCA340F-8AD8-B50C-155C-66C65D49C2AC}"/>
              </a:ext>
            </a:extLst>
          </p:cNvPr>
          <p:cNvSpPr txBox="1"/>
          <p:nvPr/>
        </p:nvSpPr>
        <p:spPr>
          <a:xfrm>
            <a:off x="533400" y="825500"/>
            <a:ext cx="11176000" cy="477054"/>
          </a:xfrm>
          <a:prstGeom prst="rect">
            <a:avLst/>
          </a:prstGeom>
          <a:noFill/>
        </p:spPr>
        <p:txBody>
          <a:bodyPr vert="horz" wrap="square" lIns="0" tIns="0" rIns="0" bIns="0" rtlCol="0">
            <a:spAutoFit/>
          </a:bodyPr>
          <a:lstStyle/>
          <a:p>
            <a:r>
              <a:rPr lang="tr-TR" sz="3100" b="1">
                <a:solidFill>
                  <a:srgbClr val="292321"/>
                </a:solidFill>
                <a:latin typeface="Aptos" panose="020B0004020202020204" pitchFamily="34" charset="0"/>
              </a:rPr>
              <a:t>Her satışın işletmenize katkısı net.</a:t>
            </a:r>
          </a:p>
        </p:txBody>
      </p:sp>
      <p:sp>
        <p:nvSpPr>
          <p:cNvPr id="4" name="Metin kutusu 3">
            <a:extLst>
              <a:ext uri="{FF2B5EF4-FFF2-40B4-BE49-F238E27FC236}">
                <a16:creationId xmlns:a16="http://schemas.microsoft.com/office/drawing/2014/main" id="{E378AF30-FF8F-50DA-0DB1-7C965B890C11}"/>
              </a:ext>
            </a:extLst>
          </p:cNvPr>
          <p:cNvSpPr txBox="1"/>
          <p:nvPr/>
        </p:nvSpPr>
        <p:spPr>
          <a:xfrm>
            <a:off x="533400" y="1803400"/>
            <a:ext cx="11049000" cy="246221"/>
          </a:xfrm>
          <a:prstGeom prst="rect">
            <a:avLst/>
          </a:prstGeom>
          <a:noFill/>
        </p:spPr>
        <p:txBody>
          <a:bodyPr vert="horz" wrap="square" lIns="0" tIns="0" rIns="0" bIns="0" rtlCol="0">
            <a:spAutoFit/>
          </a:bodyPr>
          <a:lstStyle/>
          <a:p>
            <a:r>
              <a:rPr lang="tr-TR" sz="1600">
                <a:solidFill>
                  <a:srgbClr val="726760"/>
                </a:solidFill>
                <a:latin typeface="Aptos" panose="020B0004020202020204" pitchFamily="34" charset="0"/>
              </a:rPr>
              <a:t>Üç fiyat alternatifi; aynı %30 işletme payı.</a:t>
            </a:r>
          </a:p>
        </p:txBody>
      </p:sp>
      <p:sp>
        <p:nvSpPr>
          <p:cNvPr id="5" name="Dikdörtgen 4">
            <a:extLst>
              <a:ext uri="{FF2B5EF4-FFF2-40B4-BE49-F238E27FC236}">
                <a16:creationId xmlns:a16="http://schemas.microsoft.com/office/drawing/2014/main" id="{EC14A475-26B4-2C1A-5DEE-E37EF1C4C4A9}"/>
              </a:ext>
            </a:extLst>
          </p:cNvPr>
          <p:cNvSpPr/>
          <p:nvPr/>
        </p:nvSpPr>
        <p:spPr>
          <a:xfrm>
            <a:off x="533400" y="6375400"/>
            <a:ext cx="11125200" cy="12700"/>
          </a:xfrm>
          <a:prstGeom prst="rect">
            <a:avLst/>
          </a:prstGeom>
          <a:solidFill>
            <a:srgbClr val="E5DAD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6" name="Metin kutusu 5">
            <a:extLst>
              <a:ext uri="{FF2B5EF4-FFF2-40B4-BE49-F238E27FC236}">
                <a16:creationId xmlns:a16="http://schemas.microsoft.com/office/drawing/2014/main" id="{D2CE5358-9BF4-6E47-814B-C24E71DBB2C3}"/>
              </a:ext>
            </a:extLst>
          </p:cNvPr>
          <p:cNvSpPr txBox="1"/>
          <p:nvPr/>
        </p:nvSpPr>
        <p:spPr>
          <a:xfrm>
            <a:off x="533400" y="6502400"/>
            <a:ext cx="5715000" cy="138499"/>
          </a:xfrm>
          <a:prstGeom prst="rect">
            <a:avLst/>
          </a:prstGeom>
          <a:noFill/>
        </p:spPr>
        <p:txBody>
          <a:bodyPr vert="horz" wrap="square" lIns="0" tIns="0" rIns="0" bIns="0" rtlCol="0">
            <a:spAutoFit/>
          </a:bodyPr>
          <a:lstStyle/>
          <a:p>
            <a:r>
              <a:rPr lang="tr-TR" sz="900">
                <a:solidFill>
                  <a:srgbClr val="726760"/>
                </a:solidFill>
                <a:latin typeface="Aptos" panose="020B0004020202020204" pitchFamily="34" charset="0"/>
              </a:rPr>
              <a:t>ANILAR  /  PARTNERLİK</a:t>
            </a:r>
          </a:p>
        </p:txBody>
      </p:sp>
      <p:sp>
        <p:nvSpPr>
          <p:cNvPr id="7" name="Metin kutusu 6">
            <a:extLst>
              <a:ext uri="{FF2B5EF4-FFF2-40B4-BE49-F238E27FC236}">
                <a16:creationId xmlns:a16="http://schemas.microsoft.com/office/drawing/2014/main" id="{91435154-6058-6A16-074C-94F898BE0D75}"/>
              </a:ext>
            </a:extLst>
          </p:cNvPr>
          <p:cNvSpPr txBox="1"/>
          <p:nvPr/>
        </p:nvSpPr>
        <p:spPr>
          <a:xfrm>
            <a:off x="11277600" y="6502400"/>
            <a:ext cx="381000" cy="138499"/>
          </a:xfrm>
          <a:prstGeom prst="rect">
            <a:avLst/>
          </a:prstGeom>
          <a:noFill/>
        </p:spPr>
        <p:txBody>
          <a:bodyPr vert="horz" wrap="square" lIns="0" tIns="0" rIns="0" bIns="0" rtlCol="0">
            <a:spAutoFit/>
          </a:bodyPr>
          <a:lstStyle/>
          <a:p>
            <a:r>
              <a:rPr lang="tr-TR" sz="900">
                <a:solidFill>
                  <a:srgbClr val="726760"/>
                </a:solidFill>
                <a:latin typeface="Aptos" panose="020B0004020202020204" pitchFamily="34" charset="0"/>
              </a:rPr>
              <a:t>15</a:t>
            </a:r>
          </a:p>
        </p:txBody>
      </p:sp>
      <p:sp>
        <p:nvSpPr>
          <p:cNvPr id="8" name="Dikdörtgen 7">
            <a:extLst>
              <a:ext uri="{FF2B5EF4-FFF2-40B4-BE49-F238E27FC236}">
                <a16:creationId xmlns:a16="http://schemas.microsoft.com/office/drawing/2014/main" id="{4DBF2896-6BA3-F871-6EAB-F3261DCBFF7A}"/>
              </a:ext>
            </a:extLst>
          </p:cNvPr>
          <p:cNvSpPr/>
          <p:nvPr/>
        </p:nvSpPr>
        <p:spPr>
          <a:xfrm>
            <a:off x="533400" y="2768600"/>
            <a:ext cx="3708400" cy="609600"/>
          </a:xfrm>
          <a:prstGeom prst="rect">
            <a:avLst/>
          </a:prstGeom>
          <a:solidFill>
            <a:srgbClr val="9B29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9" name="Metin kutusu 8">
            <a:extLst>
              <a:ext uri="{FF2B5EF4-FFF2-40B4-BE49-F238E27FC236}">
                <a16:creationId xmlns:a16="http://schemas.microsoft.com/office/drawing/2014/main" id="{F6C4653E-8362-7F16-32F5-2BB85FD63E66}"/>
              </a:ext>
            </a:extLst>
          </p:cNvPr>
          <p:cNvSpPr txBox="1"/>
          <p:nvPr/>
        </p:nvSpPr>
        <p:spPr>
          <a:xfrm>
            <a:off x="711200" y="2921000"/>
            <a:ext cx="3403600" cy="307777"/>
          </a:xfrm>
          <a:prstGeom prst="rect">
            <a:avLst/>
          </a:prstGeom>
          <a:noFill/>
        </p:spPr>
        <p:txBody>
          <a:bodyPr vert="horz" wrap="square" lIns="0" tIns="0" rIns="0" bIns="0" rtlCol="0">
            <a:spAutoFit/>
          </a:bodyPr>
          <a:lstStyle/>
          <a:p>
            <a:r>
              <a:rPr lang="tr-TR" sz="2000" b="1">
                <a:solidFill>
                  <a:srgbClr val="FFFFFF"/>
                </a:solidFill>
                <a:latin typeface="Aptos" panose="020B0004020202020204" pitchFamily="34" charset="0"/>
              </a:rPr>
              <a:t>Müşteri fiyatı*</a:t>
            </a:r>
          </a:p>
        </p:txBody>
      </p:sp>
      <p:sp>
        <p:nvSpPr>
          <p:cNvPr id="10" name="Dikdörtgen 9">
            <a:extLst>
              <a:ext uri="{FF2B5EF4-FFF2-40B4-BE49-F238E27FC236}">
                <a16:creationId xmlns:a16="http://schemas.microsoft.com/office/drawing/2014/main" id="{BF79BE68-FC75-EC9F-360A-C41F6D50AF63}"/>
              </a:ext>
            </a:extLst>
          </p:cNvPr>
          <p:cNvSpPr/>
          <p:nvPr/>
        </p:nvSpPr>
        <p:spPr>
          <a:xfrm>
            <a:off x="4241800" y="2768600"/>
            <a:ext cx="3708400" cy="609600"/>
          </a:xfrm>
          <a:prstGeom prst="rect">
            <a:avLst/>
          </a:prstGeom>
          <a:solidFill>
            <a:srgbClr val="9B29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Metin kutusu 10">
            <a:extLst>
              <a:ext uri="{FF2B5EF4-FFF2-40B4-BE49-F238E27FC236}">
                <a16:creationId xmlns:a16="http://schemas.microsoft.com/office/drawing/2014/main" id="{6434858D-D461-53EF-3823-F6104D8D03C6}"/>
              </a:ext>
            </a:extLst>
          </p:cNvPr>
          <p:cNvSpPr txBox="1"/>
          <p:nvPr/>
        </p:nvSpPr>
        <p:spPr>
          <a:xfrm>
            <a:off x="4419600" y="2921000"/>
            <a:ext cx="3403600" cy="307777"/>
          </a:xfrm>
          <a:prstGeom prst="rect">
            <a:avLst/>
          </a:prstGeom>
          <a:noFill/>
        </p:spPr>
        <p:txBody>
          <a:bodyPr vert="horz" wrap="square" lIns="0" tIns="0" rIns="0" bIns="0" rtlCol="0">
            <a:spAutoFit/>
          </a:bodyPr>
          <a:lstStyle/>
          <a:p>
            <a:r>
              <a:rPr lang="tr-TR" sz="2000" b="1">
                <a:solidFill>
                  <a:srgbClr val="FFFFFF"/>
                </a:solidFill>
                <a:latin typeface="Aptos" panose="020B0004020202020204" pitchFamily="34" charset="0"/>
              </a:rPr>
              <a:t>KDV hariç satış</a:t>
            </a:r>
          </a:p>
        </p:txBody>
      </p:sp>
      <p:sp>
        <p:nvSpPr>
          <p:cNvPr id="12" name="Dikdörtgen 11">
            <a:extLst>
              <a:ext uri="{FF2B5EF4-FFF2-40B4-BE49-F238E27FC236}">
                <a16:creationId xmlns:a16="http://schemas.microsoft.com/office/drawing/2014/main" id="{D7739725-57DD-9F3E-678E-B924A8D4205D}"/>
              </a:ext>
            </a:extLst>
          </p:cNvPr>
          <p:cNvSpPr/>
          <p:nvPr/>
        </p:nvSpPr>
        <p:spPr>
          <a:xfrm>
            <a:off x="7950200" y="2768600"/>
            <a:ext cx="3708400" cy="609600"/>
          </a:xfrm>
          <a:prstGeom prst="rect">
            <a:avLst/>
          </a:prstGeom>
          <a:solidFill>
            <a:srgbClr val="9B29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3" name="Metin kutusu 12">
            <a:extLst>
              <a:ext uri="{FF2B5EF4-FFF2-40B4-BE49-F238E27FC236}">
                <a16:creationId xmlns:a16="http://schemas.microsoft.com/office/drawing/2014/main" id="{95A568F5-80B6-BC2D-0988-F4665588AF42}"/>
              </a:ext>
            </a:extLst>
          </p:cNvPr>
          <p:cNvSpPr txBox="1"/>
          <p:nvPr/>
        </p:nvSpPr>
        <p:spPr>
          <a:xfrm>
            <a:off x="8128000" y="2921000"/>
            <a:ext cx="3403600" cy="307777"/>
          </a:xfrm>
          <a:prstGeom prst="rect">
            <a:avLst/>
          </a:prstGeom>
          <a:noFill/>
        </p:spPr>
        <p:txBody>
          <a:bodyPr vert="horz" wrap="square" lIns="0" tIns="0" rIns="0" bIns="0" rtlCol="0">
            <a:spAutoFit/>
          </a:bodyPr>
          <a:lstStyle/>
          <a:p>
            <a:r>
              <a:rPr lang="tr-TR" sz="2000" b="1">
                <a:solidFill>
                  <a:srgbClr val="FFFFFF"/>
                </a:solidFill>
                <a:latin typeface="Aptos" panose="020B0004020202020204" pitchFamily="34" charset="0"/>
              </a:rPr>
              <a:t>İşletmenizin payı</a:t>
            </a:r>
          </a:p>
        </p:txBody>
      </p:sp>
      <p:sp>
        <p:nvSpPr>
          <p:cNvPr id="14" name="Dikdörtgen 13">
            <a:extLst>
              <a:ext uri="{FF2B5EF4-FFF2-40B4-BE49-F238E27FC236}">
                <a16:creationId xmlns:a16="http://schemas.microsoft.com/office/drawing/2014/main" id="{24502EEE-F8F3-59E3-34E1-DA717D5D7BEF}"/>
              </a:ext>
            </a:extLst>
          </p:cNvPr>
          <p:cNvSpPr/>
          <p:nvPr/>
        </p:nvSpPr>
        <p:spPr>
          <a:xfrm>
            <a:off x="533400" y="3378200"/>
            <a:ext cx="3708400" cy="6096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5" name="Metin kutusu 14">
            <a:extLst>
              <a:ext uri="{FF2B5EF4-FFF2-40B4-BE49-F238E27FC236}">
                <a16:creationId xmlns:a16="http://schemas.microsoft.com/office/drawing/2014/main" id="{0E0C0778-7467-AF9A-E327-A381D64746DE}"/>
              </a:ext>
            </a:extLst>
          </p:cNvPr>
          <p:cNvSpPr txBox="1"/>
          <p:nvPr/>
        </p:nvSpPr>
        <p:spPr>
          <a:xfrm>
            <a:off x="711200" y="3530600"/>
            <a:ext cx="3403600" cy="307777"/>
          </a:xfrm>
          <a:prstGeom prst="rect">
            <a:avLst/>
          </a:prstGeom>
          <a:noFill/>
        </p:spPr>
        <p:txBody>
          <a:bodyPr vert="horz" wrap="square" lIns="0" tIns="0" rIns="0" bIns="0" rtlCol="0">
            <a:spAutoFit/>
          </a:bodyPr>
          <a:lstStyle/>
          <a:p>
            <a:r>
              <a:rPr lang="tr-TR" sz="2000">
                <a:solidFill>
                  <a:srgbClr val="292321"/>
                </a:solidFill>
                <a:latin typeface="Aptos" panose="020B0004020202020204" pitchFamily="34" charset="0"/>
              </a:rPr>
              <a:t>3.750 TL</a:t>
            </a:r>
          </a:p>
        </p:txBody>
      </p:sp>
      <p:sp>
        <p:nvSpPr>
          <p:cNvPr id="16" name="Dikdörtgen 15">
            <a:extLst>
              <a:ext uri="{FF2B5EF4-FFF2-40B4-BE49-F238E27FC236}">
                <a16:creationId xmlns:a16="http://schemas.microsoft.com/office/drawing/2014/main" id="{A12A39B2-2BD6-8230-78DC-4ED18763ACF5}"/>
              </a:ext>
            </a:extLst>
          </p:cNvPr>
          <p:cNvSpPr/>
          <p:nvPr/>
        </p:nvSpPr>
        <p:spPr>
          <a:xfrm>
            <a:off x="4241800" y="3378200"/>
            <a:ext cx="3708400" cy="6096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7" name="Metin kutusu 16">
            <a:extLst>
              <a:ext uri="{FF2B5EF4-FFF2-40B4-BE49-F238E27FC236}">
                <a16:creationId xmlns:a16="http://schemas.microsoft.com/office/drawing/2014/main" id="{0FCB8184-A2F9-C7CF-BB7B-C413C1033B51}"/>
              </a:ext>
            </a:extLst>
          </p:cNvPr>
          <p:cNvSpPr txBox="1"/>
          <p:nvPr/>
        </p:nvSpPr>
        <p:spPr>
          <a:xfrm>
            <a:off x="4419600" y="3530600"/>
            <a:ext cx="3403600" cy="307777"/>
          </a:xfrm>
          <a:prstGeom prst="rect">
            <a:avLst/>
          </a:prstGeom>
          <a:noFill/>
        </p:spPr>
        <p:txBody>
          <a:bodyPr vert="horz" wrap="square" lIns="0" tIns="0" rIns="0" bIns="0" rtlCol="0">
            <a:spAutoFit/>
          </a:bodyPr>
          <a:lstStyle/>
          <a:p>
            <a:r>
              <a:rPr lang="tr-TR" sz="2000">
                <a:solidFill>
                  <a:srgbClr val="292321"/>
                </a:solidFill>
                <a:latin typeface="Aptos" panose="020B0004020202020204" pitchFamily="34" charset="0"/>
              </a:rPr>
              <a:t>3.125,00 TL</a:t>
            </a:r>
          </a:p>
        </p:txBody>
      </p:sp>
      <p:sp>
        <p:nvSpPr>
          <p:cNvPr id="18" name="Dikdörtgen 17">
            <a:extLst>
              <a:ext uri="{FF2B5EF4-FFF2-40B4-BE49-F238E27FC236}">
                <a16:creationId xmlns:a16="http://schemas.microsoft.com/office/drawing/2014/main" id="{117D3B2F-4273-C084-49BA-1FA56764441B}"/>
              </a:ext>
            </a:extLst>
          </p:cNvPr>
          <p:cNvSpPr/>
          <p:nvPr/>
        </p:nvSpPr>
        <p:spPr>
          <a:xfrm>
            <a:off x="7950200" y="3378200"/>
            <a:ext cx="3708400" cy="6096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9" name="Metin kutusu 18">
            <a:extLst>
              <a:ext uri="{FF2B5EF4-FFF2-40B4-BE49-F238E27FC236}">
                <a16:creationId xmlns:a16="http://schemas.microsoft.com/office/drawing/2014/main" id="{58875EF4-CE9B-3853-9662-3BAC419664EB}"/>
              </a:ext>
            </a:extLst>
          </p:cNvPr>
          <p:cNvSpPr txBox="1"/>
          <p:nvPr/>
        </p:nvSpPr>
        <p:spPr>
          <a:xfrm>
            <a:off x="8128000" y="3530600"/>
            <a:ext cx="3403600" cy="307777"/>
          </a:xfrm>
          <a:prstGeom prst="rect">
            <a:avLst/>
          </a:prstGeom>
          <a:noFill/>
        </p:spPr>
        <p:txBody>
          <a:bodyPr vert="horz" wrap="square" lIns="0" tIns="0" rIns="0" bIns="0" rtlCol="0">
            <a:spAutoFit/>
          </a:bodyPr>
          <a:lstStyle/>
          <a:p>
            <a:r>
              <a:rPr lang="tr-TR" sz="2000">
                <a:solidFill>
                  <a:srgbClr val="292321"/>
                </a:solidFill>
                <a:latin typeface="Aptos" panose="020B0004020202020204" pitchFamily="34" charset="0"/>
              </a:rPr>
              <a:t>937,50 TL</a:t>
            </a:r>
          </a:p>
        </p:txBody>
      </p:sp>
      <p:sp>
        <p:nvSpPr>
          <p:cNvPr id="20" name="Dikdörtgen 19">
            <a:extLst>
              <a:ext uri="{FF2B5EF4-FFF2-40B4-BE49-F238E27FC236}">
                <a16:creationId xmlns:a16="http://schemas.microsoft.com/office/drawing/2014/main" id="{8A13B74C-6348-6691-08C5-5E4FB55FE80D}"/>
              </a:ext>
            </a:extLst>
          </p:cNvPr>
          <p:cNvSpPr/>
          <p:nvPr/>
        </p:nvSpPr>
        <p:spPr>
          <a:xfrm>
            <a:off x="533400" y="3987800"/>
            <a:ext cx="3708400" cy="609600"/>
          </a:xfrm>
          <a:prstGeom prst="rect">
            <a:avLst/>
          </a:prstGeom>
          <a:solidFill>
            <a:srgbClr val="F2E4D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1" name="Metin kutusu 20">
            <a:extLst>
              <a:ext uri="{FF2B5EF4-FFF2-40B4-BE49-F238E27FC236}">
                <a16:creationId xmlns:a16="http://schemas.microsoft.com/office/drawing/2014/main" id="{65A3E9BC-70BA-C7DA-85A6-AE75D2AAE1CB}"/>
              </a:ext>
            </a:extLst>
          </p:cNvPr>
          <p:cNvSpPr txBox="1"/>
          <p:nvPr/>
        </p:nvSpPr>
        <p:spPr>
          <a:xfrm>
            <a:off x="711200" y="4140200"/>
            <a:ext cx="3403600" cy="307777"/>
          </a:xfrm>
          <a:prstGeom prst="rect">
            <a:avLst/>
          </a:prstGeom>
          <a:noFill/>
        </p:spPr>
        <p:txBody>
          <a:bodyPr vert="horz" wrap="square" lIns="0" tIns="0" rIns="0" bIns="0" rtlCol="0">
            <a:spAutoFit/>
          </a:bodyPr>
          <a:lstStyle/>
          <a:p>
            <a:r>
              <a:rPr lang="tr-TR" sz="2000">
                <a:solidFill>
                  <a:srgbClr val="292321"/>
                </a:solidFill>
                <a:latin typeface="Aptos" panose="020B0004020202020204" pitchFamily="34" charset="0"/>
              </a:rPr>
              <a:t>5.000 TL</a:t>
            </a:r>
          </a:p>
        </p:txBody>
      </p:sp>
      <p:sp>
        <p:nvSpPr>
          <p:cNvPr id="22" name="Dikdörtgen 21">
            <a:extLst>
              <a:ext uri="{FF2B5EF4-FFF2-40B4-BE49-F238E27FC236}">
                <a16:creationId xmlns:a16="http://schemas.microsoft.com/office/drawing/2014/main" id="{259E434D-530B-F6C4-44F2-5CD5F00D4093}"/>
              </a:ext>
            </a:extLst>
          </p:cNvPr>
          <p:cNvSpPr/>
          <p:nvPr/>
        </p:nvSpPr>
        <p:spPr>
          <a:xfrm>
            <a:off x="4241800" y="3987800"/>
            <a:ext cx="3708400" cy="609600"/>
          </a:xfrm>
          <a:prstGeom prst="rect">
            <a:avLst/>
          </a:prstGeom>
          <a:solidFill>
            <a:srgbClr val="F2E4D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3" name="Metin kutusu 22">
            <a:extLst>
              <a:ext uri="{FF2B5EF4-FFF2-40B4-BE49-F238E27FC236}">
                <a16:creationId xmlns:a16="http://schemas.microsoft.com/office/drawing/2014/main" id="{29D1191B-C168-CB61-A9BA-13840D2B2BDA}"/>
              </a:ext>
            </a:extLst>
          </p:cNvPr>
          <p:cNvSpPr txBox="1"/>
          <p:nvPr/>
        </p:nvSpPr>
        <p:spPr>
          <a:xfrm>
            <a:off x="4419600" y="4140200"/>
            <a:ext cx="3403600" cy="307777"/>
          </a:xfrm>
          <a:prstGeom prst="rect">
            <a:avLst/>
          </a:prstGeom>
          <a:noFill/>
        </p:spPr>
        <p:txBody>
          <a:bodyPr vert="horz" wrap="square" lIns="0" tIns="0" rIns="0" bIns="0" rtlCol="0">
            <a:spAutoFit/>
          </a:bodyPr>
          <a:lstStyle/>
          <a:p>
            <a:r>
              <a:rPr lang="tr-TR" sz="2000">
                <a:solidFill>
                  <a:srgbClr val="292321"/>
                </a:solidFill>
                <a:latin typeface="Aptos" panose="020B0004020202020204" pitchFamily="34" charset="0"/>
              </a:rPr>
              <a:t>4.166,67 TL</a:t>
            </a:r>
          </a:p>
        </p:txBody>
      </p:sp>
      <p:sp>
        <p:nvSpPr>
          <p:cNvPr id="24" name="Dikdörtgen 23">
            <a:extLst>
              <a:ext uri="{FF2B5EF4-FFF2-40B4-BE49-F238E27FC236}">
                <a16:creationId xmlns:a16="http://schemas.microsoft.com/office/drawing/2014/main" id="{AC1BC3D7-6901-1614-9AE9-D987686DBBDB}"/>
              </a:ext>
            </a:extLst>
          </p:cNvPr>
          <p:cNvSpPr/>
          <p:nvPr/>
        </p:nvSpPr>
        <p:spPr>
          <a:xfrm>
            <a:off x="7950200" y="3987800"/>
            <a:ext cx="3708400" cy="609600"/>
          </a:xfrm>
          <a:prstGeom prst="rect">
            <a:avLst/>
          </a:prstGeom>
          <a:solidFill>
            <a:srgbClr val="F2E4D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5" name="Metin kutusu 24">
            <a:extLst>
              <a:ext uri="{FF2B5EF4-FFF2-40B4-BE49-F238E27FC236}">
                <a16:creationId xmlns:a16="http://schemas.microsoft.com/office/drawing/2014/main" id="{C5016FC7-B502-CA0F-3240-13B5BB36C1ED}"/>
              </a:ext>
            </a:extLst>
          </p:cNvPr>
          <p:cNvSpPr txBox="1"/>
          <p:nvPr/>
        </p:nvSpPr>
        <p:spPr>
          <a:xfrm>
            <a:off x="8128000" y="4140200"/>
            <a:ext cx="3403600" cy="307777"/>
          </a:xfrm>
          <a:prstGeom prst="rect">
            <a:avLst/>
          </a:prstGeom>
          <a:noFill/>
        </p:spPr>
        <p:txBody>
          <a:bodyPr vert="horz" wrap="square" lIns="0" tIns="0" rIns="0" bIns="0" rtlCol="0">
            <a:spAutoFit/>
          </a:bodyPr>
          <a:lstStyle/>
          <a:p>
            <a:r>
              <a:rPr lang="tr-TR" sz="2000">
                <a:solidFill>
                  <a:srgbClr val="292321"/>
                </a:solidFill>
                <a:latin typeface="Aptos" panose="020B0004020202020204" pitchFamily="34" charset="0"/>
              </a:rPr>
              <a:t>1.250,00 TL</a:t>
            </a:r>
          </a:p>
        </p:txBody>
      </p:sp>
      <p:sp>
        <p:nvSpPr>
          <p:cNvPr id="26" name="Dikdörtgen 25">
            <a:extLst>
              <a:ext uri="{FF2B5EF4-FFF2-40B4-BE49-F238E27FC236}">
                <a16:creationId xmlns:a16="http://schemas.microsoft.com/office/drawing/2014/main" id="{24078334-4722-EA69-784E-67A94653259A}"/>
              </a:ext>
            </a:extLst>
          </p:cNvPr>
          <p:cNvSpPr/>
          <p:nvPr/>
        </p:nvSpPr>
        <p:spPr>
          <a:xfrm>
            <a:off x="533400" y="4597400"/>
            <a:ext cx="3708400" cy="6096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7" name="Metin kutusu 26">
            <a:extLst>
              <a:ext uri="{FF2B5EF4-FFF2-40B4-BE49-F238E27FC236}">
                <a16:creationId xmlns:a16="http://schemas.microsoft.com/office/drawing/2014/main" id="{7B10487E-5AE2-FC51-C01C-25548FA36AEC}"/>
              </a:ext>
            </a:extLst>
          </p:cNvPr>
          <p:cNvSpPr txBox="1"/>
          <p:nvPr/>
        </p:nvSpPr>
        <p:spPr>
          <a:xfrm>
            <a:off x="711200" y="4749800"/>
            <a:ext cx="3403600" cy="307777"/>
          </a:xfrm>
          <a:prstGeom prst="rect">
            <a:avLst/>
          </a:prstGeom>
          <a:noFill/>
        </p:spPr>
        <p:txBody>
          <a:bodyPr vert="horz" wrap="square" lIns="0" tIns="0" rIns="0" bIns="0" rtlCol="0">
            <a:spAutoFit/>
          </a:bodyPr>
          <a:lstStyle/>
          <a:p>
            <a:r>
              <a:rPr lang="tr-TR" sz="2000">
                <a:solidFill>
                  <a:srgbClr val="292321"/>
                </a:solidFill>
                <a:latin typeface="Aptos" panose="020B0004020202020204" pitchFamily="34" charset="0"/>
              </a:rPr>
              <a:t>6.250 TL</a:t>
            </a:r>
          </a:p>
        </p:txBody>
      </p:sp>
      <p:sp>
        <p:nvSpPr>
          <p:cNvPr id="28" name="Dikdörtgen 27">
            <a:extLst>
              <a:ext uri="{FF2B5EF4-FFF2-40B4-BE49-F238E27FC236}">
                <a16:creationId xmlns:a16="http://schemas.microsoft.com/office/drawing/2014/main" id="{BD69C87F-EF73-A548-C7A5-FF031214489E}"/>
              </a:ext>
            </a:extLst>
          </p:cNvPr>
          <p:cNvSpPr/>
          <p:nvPr/>
        </p:nvSpPr>
        <p:spPr>
          <a:xfrm>
            <a:off x="4241800" y="4597400"/>
            <a:ext cx="3708400" cy="6096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9" name="Metin kutusu 28">
            <a:extLst>
              <a:ext uri="{FF2B5EF4-FFF2-40B4-BE49-F238E27FC236}">
                <a16:creationId xmlns:a16="http://schemas.microsoft.com/office/drawing/2014/main" id="{119BA4CC-C285-C4B9-8893-47D6BE4A42D6}"/>
              </a:ext>
            </a:extLst>
          </p:cNvPr>
          <p:cNvSpPr txBox="1"/>
          <p:nvPr/>
        </p:nvSpPr>
        <p:spPr>
          <a:xfrm>
            <a:off x="4419600" y="4749800"/>
            <a:ext cx="3403600" cy="307777"/>
          </a:xfrm>
          <a:prstGeom prst="rect">
            <a:avLst/>
          </a:prstGeom>
          <a:noFill/>
        </p:spPr>
        <p:txBody>
          <a:bodyPr vert="horz" wrap="square" lIns="0" tIns="0" rIns="0" bIns="0" rtlCol="0">
            <a:spAutoFit/>
          </a:bodyPr>
          <a:lstStyle/>
          <a:p>
            <a:r>
              <a:rPr lang="tr-TR" sz="2000">
                <a:solidFill>
                  <a:srgbClr val="292321"/>
                </a:solidFill>
                <a:latin typeface="Aptos" panose="020B0004020202020204" pitchFamily="34" charset="0"/>
              </a:rPr>
              <a:t>5.208,33 TL</a:t>
            </a:r>
          </a:p>
        </p:txBody>
      </p:sp>
      <p:sp>
        <p:nvSpPr>
          <p:cNvPr id="30" name="Dikdörtgen 29">
            <a:extLst>
              <a:ext uri="{FF2B5EF4-FFF2-40B4-BE49-F238E27FC236}">
                <a16:creationId xmlns:a16="http://schemas.microsoft.com/office/drawing/2014/main" id="{2A03FE67-8F4F-C871-4109-2D78C2F015EE}"/>
              </a:ext>
            </a:extLst>
          </p:cNvPr>
          <p:cNvSpPr/>
          <p:nvPr/>
        </p:nvSpPr>
        <p:spPr>
          <a:xfrm>
            <a:off x="7950200" y="4597400"/>
            <a:ext cx="3708400" cy="6096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1" name="Metin kutusu 30">
            <a:extLst>
              <a:ext uri="{FF2B5EF4-FFF2-40B4-BE49-F238E27FC236}">
                <a16:creationId xmlns:a16="http://schemas.microsoft.com/office/drawing/2014/main" id="{5E572BCA-A853-7FA7-B83F-19B374A51BE8}"/>
              </a:ext>
            </a:extLst>
          </p:cNvPr>
          <p:cNvSpPr txBox="1"/>
          <p:nvPr/>
        </p:nvSpPr>
        <p:spPr>
          <a:xfrm>
            <a:off x="8128000" y="4749800"/>
            <a:ext cx="3403600" cy="307777"/>
          </a:xfrm>
          <a:prstGeom prst="rect">
            <a:avLst/>
          </a:prstGeom>
          <a:noFill/>
        </p:spPr>
        <p:txBody>
          <a:bodyPr vert="horz" wrap="square" lIns="0" tIns="0" rIns="0" bIns="0" rtlCol="0">
            <a:spAutoFit/>
          </a:bodyPr>
          <a:lstStyle/>
          <a:p>
            <a:r>
              <a:rPr lang="tr-TR" sz="2000">
                <a:solidFill>
                  <a:srgbClr val="292321"/>
                </a:solidFill>
                <a:latin typeface="Aptos" panose="020B0004020202020204" pitchFamily="34" charset="0"/>
              </a:rPr>
              <a:t>1.562,50 TL</a:t>
            </a:r>
          </a:p>
        </p:txBody>
      </p:sp>
      <p:sp>
        <p:nvSpPr>
          <p:cNvPr id="32" name="Metin kutusu 31">
            <a:extLst>
              <a:ext uri="{FF2B5EF4-FFF2-40B4-BE49-F238E27FC236}">
                <a16:creationId xmlns:a16="http://schemas.microsoft.com/office/drawing/2014/main" id="{787F84A0-D87C-97B1-2F38-B38544094AA6}"/>
              </a:ext>
            </a:extLst>
          </p:cNvPr>
          <p:cNvSpPr txBox="1"/>
          <p:nvPr/>
        </p:nvSpPr>
        <p:spPr>
          <a:xfrm>
            <a:off x="533400" y="5549900"/>
            <a:ext cx="11125200" cy="400110"/>
          </a:xfrm>
          <a:prstGeom prst="rect">
            <a:avLst/>
          </a:prstGeom>
          <a:noFill/>
        </p:spPr>
        <p:txBody>
          <a:bodyPr vert="horz" wrap="square" lIns="0" tIns="0" rIns="0" bIns="0" rtlCol="0">
            <a:spAutoFit/>
          </a:bodyPr>
          <a:lstStyle/>
          <a:p>
            <a:r>
              <a:rPr lang="tr-TR" sz="1300">
                <a:solidFill>
                  <a:srgbClr val="726760"/>
                </a:solidFill>
                <a:latin typeface="Aptos" panose="020B0004020202020204" pitchFamily="34" charset="0"/>
              </a:rPr>
              <a:t>*Müşteri fiyatları %20 KDV dahil varsayılmıştır. Paylar işletmenin kendi vergileri öncesidir. Fiyatlar aynı hizmet kapsamı için alternatiflerdir; nihai fiyat ve kapsam anlaşmada belirlenir.</a:t>
            </a:r>
          </a:p>
        </p:txBody>
      </p:sp>
    </p:spTree>
    <p:extLst>
      <p:ext uri="{BB962C8B-B14F-4D97-AF65-F5344CB8AC3E}">
        <p14:creationId xmlns:p14="http://schemas.microsoft.com/office/powerpoint/2010/main" val="31081529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BF7F0"/>
        </a:solidFill>
        <a:effectLst/>
      </p:bgPr>
    </p:bg>
    <p:spTree>
      <p:nvGrpSpPr>
        <p:cNvPr id="1" name=""/>
        <p:cNvGrpSpPr/>
        <p:nvPr/>
      </p:nvGrpSpPr>
      <p:grpSpPr>
        <a:xfrm>
          <a:off x="0" y="0"/>
          <a:ext cx="0" cy="0"/>
          <a:chOff x="0" y="0"/>
          <a:chExt cx="0" cy="0"/>
        </a:xfrm>
      </p:grpSpPr>
      <p:sp>
        <p:nvSpPr>
          <p:cNvPr id="2" name="Metin kutusu 1">
            <a:extLst>
              <a:ext uri="{FF2B5EF4-FFF2-40B4-BE49-F238E27FC236}">
                <a16:creationId xmlns:a16="http://schemas.microsoft.com/office/drawing/2014/main" id="{22DD0888-52EA-EF22-9469-B279711CD83D}"/>
              </a:ext>
            </a:extLst>
          </p:cNvPr>
          <p:cNvSpPr txBox="1"/>
          <p:nvPr/>
        </p:nvSpPr>
        <p:spPr>
          <a:xfrm>
            <a:off x="533400" y="342900"/>
            <a:ext cx="11049000" cy="169277"/>
          </a:xfrm>
          <a:prstGeom prst="rect">
            <a:avLst/>
          </a:prstGeom>
          <a:noFill/>
        </p:spPr>
        <p:txBody>
          <a:bodyPr vert="horz" wrap="square" lIns="0" tIns="0" rIns="0" bIns="0" rtlCol="0">
            <a:spAutoFit/>
          </a:bodyPr>
          <a:lstStyle/>
          <a:p>
            <a:r>
              <a:rPr lang="tr-TR" sz="1100" b="1">
                <a:solidFill>
                  <a:srgbClr val="9B292E"/>
                </a:solidFill>
                <a:latin typeface="Aptos" panose="020B0004020202020204" pitchFamily="34" charset="0"/>
              </a:rPr>
              <a:t>5.000 TL MÜŞTERİ FİYATI ÖRNEĞİ</a:t>
            </a:r>
          </a:p>
        </p:txBody>
      </p:sp>
      <p:sp>
        <p:nvSpPr>
          <p:cNvPr id="3" name="Metin kutusu 2">
            <a:extLst>
              <a:ext uri="{FF2B5EF4-FFF2-40B4-BE49-F238E27FC236}">
                <a16:creationId xmlns:a16="http://schemas.microsoft.com/office/drawing/2014/main" id="{FDA3E107-5E0F-8992-B282-C58AACF53C39}"/>
              </a:ext>
            </a:extLst>
          </p:cNvPr>
          <p:cNvSpPr txBox="1"/>
          <p:nvPr/>
        </p:nvSpPr>
        <p:spPr>
          <a:xfrm>
            <a:off x="533400" y="825500"/>
            <a:ext cx="11176000" cy="477054"/>
          </a:xfrm>
          <a:prstGeom prst="rect">
            <a:avLst/>
          </a:prstGeom>
          <a:noFill/>
        </p:spPr>
        <p:txBody>
          <a:bodyPr vert="horz" wrap="square" lIns="0" tIns="0" rIns="0" bIns="0" rtlCol="0">
            <a:spAutoFit/>
          </a:bodyPr>
          <a:lstStyle/>
          <a:p>
            <a:r>
              <a:rPr lang="tr-TR" sz="3100" b="1">
                <a:solidFill>
                  <a:srgbClr val="292321"/>
                </a:solidFill>
                <a:latin typeface="Aptos" panose="020B0004020202020204" pitchFamily="34" charset="0"/>
              </a:rPr>
              <a:t>50 satışta 62.500 TL işletme payı.</a:t>
            </a:r>
          </a:p>
        </p:txBody>
      </p:sp>
      <p:sp>
        <p:nvSpPr>
          <p:cNvPr id="4" name="Dikdörtgen 3">
            <a:extLst>
              <a:ext uri="{FF2B5EF4-FFF2-40B4-BE49-F238E27FC236}">
                <a16:creationId xmlns:a16="http://schemas.microsoft.com/office/drawing/2014/main" id="{4DBFDE99-121E-770B-6ED2-F20CBD32FE01}"/>
              </a:ext>
            </a:extLst>
          </p:cNvPr>
          <p:cNvSpPr/>
          <p:nvPr/>
        </p:nvSpPr>
        <p:spPr>
          <a:xfrm>
            <a:off x="533400" y="6375400"/>
            <a:ext cx="11125200" cy="12700"/>
          </a:xfrm>
          <a:prstGeom prst="rect">
            <a:avLst/>
          </a:prstGeom>
          <a:solidFill>
            <a:srgbClr val="E5DAD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5" name="Metin kutusu 4">
            <a:extLst>
              <a:ext uri="{FF2B5EF4-FFF2-40B4-BE49-F238E27FC236}">
                <a16:creationId xmlns:a16="http://schemas.microsoft.com/office/drawing/2014/main" id="{A236A4B2-8778-3975-A8EB-581EB103AFE5}"/>
              </a:ext>
            </a:extLst>
          </p:cNvPr>
          <p:cNvSpPr txBox="1"/>
          <p:nvPr/>
        </p:nvSpPr>
        <p:spPr>
          <a:xfrm>
            <a:off x="533400" y="6502400"/>
            <a:ext cx="5715000" cy="138499"/>
          </a:xfrm>
          <a:prstGeom prst="rect">
            <a:avLst/>
          </a:prstGeom>
          <a:noFill/>
        </p:spPr>
        <p:txBody>
          <a:bodyPr vert="horz" wrap="square" lIns="0" tIns="0" rIns="0" bIns="0" rtlCol="0">
            <a:spAutoFit/>
          </a:bodyPr>
          <a:lstStyle/>
          <a:p>
            <a:r>
              <a:rPr lang="tr-TR" sz="900">
                <a:solidFill>
                  <a:srgbClr val="726760"/>
                </a:solidFill>
                <a:latin typeface="Aptos" panose="020B0004020202020204" pitchFamily="34" charset="0"/>
              </a:rPr>
              <a:t>ANILAR  /  PARTNERLİK</a:t>
            </a:r>
          </a:p>
        </p:txBody>
      </p:sp>
      <p:sp>
        <p:nvSpPr>
          <p:cNvPr id="6" name="Metin kutusu 5">
            <a:extLst>
              <a:ext uri="{FF2B5EF4-FFF2-40B4-BE49-F238E27FC236}">
                <a16:creationId xmlns:a16="http://schemas.microsoft.com/office/drawing/2014/main" id="{A9EE4145-5900-738C-E3DA-6BF72058A5B2}"/>
              </a:ext>
            </a:extLst>
          </p:cNvPr>
          <p:cNvSpPr txBox="1"/>
          <p:nvPr/>
        </p:nvSpPr>
        <p:spPr>
          <a:xfrm>
            <a:off x="11277600" y="6502400"/>
            <a:ext cx="381000" cy="138499"/>
          </a:xfrm>
          <a:prstGeom prst="rect">
            <a:avLst/>
          </a:prstGeom>
          <a:noFill/>
        </p:spPr>
        <p:txBody>
          <a:bodyPr vert="horz" wrap="square" lIns="0" tIns="0" rIns="0" bIns="0" rtlCol="0">
            <a:spAutoFit/>
          </a:bodyPr>
          <a:lstStyle/>
          <a:p>
            <a:r>
              <a:rPr lang="tr-TR" sz="900">
                <a:solidFill>
                  <a:srgbClr val="726760"/>
                </a:solidFill>
                <a:latin typeface="Aptos" panose="020B0004020202020204" pitchFamily="34" charset="0"/>
              </a:rPr>
              <a:t>16</a:t>
            </a:r>
          </a:p>
        </p:txBody>
      </p:sp>
      <p:sp>
        <p:nvSpPr>
          <p:cNvPr id="7" name="Dikdörtgen 6">
            <a:extLst>
              <a:ext uri="{FF2B5EF4-FFF2-40B4-BE49-F238E27FC236}">
                <a16:creationId xmlns:a16="http://schemas.microsoft.com/office/drawing/2014/main" id="{A9AEBB4D-196E-57B7-B6F1-BD8D09777E66}"/>
              </a:ext>
            </a:extLst>
          </p:cNvPr>
          <p:cNvSpPr/>
          <p:nvPr/>
        </p:nvSpPr>
        <p:spPr>
          <a:xfrm>
            <a:off x="533400" y="2324100"/>
            <a:ext cx="3835400" cy="2933700"/>
          </a:xfrm>
          <a:prstGeom prst="rect">
            <a:avLst/>
          </a:prstGeom>
          <a:solidFill>
            <a:srgbClr val="9B29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8" name="Metin kutusu 7">
            <a:extLst>
              <a:ext uri="{FF2B5EF4-FFF2-40B4-BE49-F238E27FC236}">
                <a16:creationId xmlns:a16="http://schemas.microsoft.com/office/drawing/2014/main" id="{677295E3-7CC2-4E2E-6B5E-EDA1AD04A2D8}"/>
              </a:ext>
            </a:extLst>
          </p:cNvPr>
          <p:cNvSpPr txBox="1"/>
          <p:nvPr/>
        </p:nvSpPr>
        <p:spPr>
          <a:xfrm>
            <a:off x="800100" y="2730500"/>
            <a:ext cx="3340100" cy="646331"/>
          </a:xfrm>
          <a:prstGeom prst="rect">
            <a:avLst/>
          </a:prstGeom>
          <a:noFill/>
        </p:spPr>
        <p:txBody>
          <a:bodyPr vert="horz" wrap="square" lIns="0" tIns="0" rIns="0" bIns="0" rtlCol="0">
            <a:spAutoFit/>
          </a:bodyPr>
          <a:lstStyle/>
          <a:p>
            <a:r>
              <a:rPr lang="tr-TR" sz="4200" b="1">
                <a:solidFill>
                  <a:srgbClr val="FFFFFF"/>
                </a:solidFill>
                <a:latin typeface="Aptos" panose="020B0004020202020204" pitchFamily="34" charset="0"/>
              </a:rPr>
              <a:t>1.250 TL</a:t>
            </a:r>
          </a:p>
        </p:txBody>
      </p:sp>
      <p:sp>
        <p:nvSpPr>
          <p:cNvPr id="9" name="Metin kutusu 8">
            <a:extLst>
              <a:ext uri="{FF2B5EF4-FFF2-40B4-BE49-F238E27FC236}">
                <a16:creationId xmlns:a16="http://schemas.microsoft.com/office/drawing/2014/main" id="{2728D5D5-0D50-1EFE-3328-87AC2C994AD0}"/>
              </a:ext>
            </a:extLst>
          </p:cNvPr>
          <p:cNvSpPr txBox="1"/>
          <p:nvPr/>
        </p:nvSpPr>
        <p:spPr>
          <a:xfrm>
            <a:off x="800100" y="3771900"/>
            <a:ext cx="3302000" cy="707886"/>
          </a:xfrm>
          <a:prstGeom prst="rect">
            <a:avLst/>
          </a:prstGeom>
          <a:noFill/>
        </p:spPr>
        <p:txBody>
          <a:bodyPr vert="horz" wrap="square" lIns="0" tIns="0" rIns="0" bIns="0" rtlCol="0">
            <a:spAutoFit/>
          </a:bodyPr>
          <a:lstStyle/>
          <a:p>
            <a:r>
              <a:rPr lang="tr-TR" sz="2300">
                <a:solidFill>
                  <a:srgbClr val="FFFFFF"/>
                </a:solidFill>
                <a:latin typeface="Aptos" panose="020B0004020202020204" pitchFamily="34" charset="0"/>
              </a:rPr>
              <a:t>Her ücretli satışta işletmenizin payı</a:t>
            </a:r>
          </a:p>
        </p:txBody>
      </p:sp>
      <p:sp>
        <p:nvSpPr>
          <p:cNvPr id="10" name="Dikdörtgen 9">
            <a:extLst>
              <a:ext uri="{FF2B5EF4-FFF2-40B4-BE49-F238E27FC236}">
                <a16:creationId xmlns:a16="http://schemas.microsoft.com/office/drawing/2014/main" id="{E32F3A9B-85E7-7E98-677A-74DB5A253902}"/>
              </a:ext>
            </a:extLst>
          </p:cNvPr>
          <p:cNvSpPr/>
          <p:nvPr/>
        </p:nvSpPr>
        <p:spPr>
          <a:xfrm>
            <a:off x="4724400" y="2324100"/>
            <a:ext cx="3467100" cy="736600"/>
          </a:xfrm>
          <a:prstGeom prst="rect">
            <a:avLst/>
          </a:prstGeom>
          <a:solidFill>
            <a:srgbClr val="9B29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Metin kutusu 10">
            <a:extLst>
              <a:ext uri="{FF2B5EF4-FFF2-40B4-BE49-F238E27FC236}">
                <a16:creationId xmlns:a16="http://schemas.microsoft.com/office/drawing/2014/main" id="{0DE1935D-8309-0B94-F09E-14FB8835CD81}"/>
              </a:ext>
            </a:extLst>
          </p:cNvPr>
          <p:cNvSpPr txBox="1"/>
          <p:nvPr/>
        </p:nvSpPr>
        <p:spPr>
          <a:xfrm>
            <a:off x="4902200" y="2476500"/>
            <a:ext cx="3162300" cy="307777"/>
          </a:xfrm>
          <a:prstGeom prst="rect">
            <a:avLst/>
          </a:prstGeom>
          <a:noFill/>
        </p:spPr>
        <p:txBody>
          <a:bodyPr vert="horz" wrap="square" lIns="0" tIns="0" rIns="0" bIns="0" rtlCol="0">
            <a:spAutoFit/>
          </a:bodyPr>
          <a:lstStyle/>
          <a:p>
            <a:r>
              <a:rPr lang="tr-TR" sz="2000" b="1">
                <a:solidFill>
                  <a:srgbClr val="FFFFFF"/>
                </a:solidFill>
                <a:latin typeface="Aptos" panose="020B0004020202020204" pitchFamily="34" charset="0"/>
              </a:rPr>
              <a:t>Yıllık ücretli satış</a:t>
            </a:r>
          </a:p>
        </p:txBody>
      </p:sp>
      <p:sp>
        <p:nvSpPr>
          <p:cNvPr id="12" name="Dikdörtgen 11">
            <a:extLst>
              <a:ext uri="{FF2B5EF4-FFF2-40B4-BE49-F238E27FC236}">
                <a16:creationId xmlns:a16="http://schemas.microsoft.com/office/drawing/2014/main" id="{52C847EB-B10B-671B-23FE-0845864C8EAD}"/>
              </a:ext>
            </a:extLst>
          </p:cNvPr>
          <p:cNvSpPr/>
          <p:nvPr/>
        </p:nvSpPr>
        <p:spPr>
          <a:xfrm>
            <a:off x="8191500" y="2324100"/>
            <a:ext cx="3467100" cy="736600"/>
          </a:xfrm>
          <a:prstGeom prst="rect">
            <a:avLst/>
          </a:prstGeom>
          <a:solidFill>
            <a:srgbClr val="9B29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3" name="Metin kutusu 12">
            <a:extLst>
              <a:ext uri="{FF2B5EF4-FFF2-40B4-BE49-F238E27FC236}">
                <a16:creationId xmlns:a16="http://schemas.microsoft.com/office/drawing/2014/main" id="{5625DAE5-0A2B-6ED4-AD0B-47B1EE5D1BD1}"/>
              </a:ext>
            </a:extLst>
          </p:cNvPr>
          <p:cNvSpPr txBox="1"/>
          <p:nvPr/>
        </p:nvSpPr>
        <p:spPr>
          <a:xfrm>
            <a:off x="8369300" y="2476500"/>
            <a:ext cx="3162300" cy="307777"/>
          </a:xfrm>
          <a:prstGeom prst="rect">
            <a:avLst/>
          </a:prstGeom>
          <a:noFill/>
        </p:spPr>
        <p:txBody>
          <a:bodyPr vert="horz" wrap="square" lIns="0" tIns="0" rIns="0" bIns="0" rtlCol="0">
            <a:spAutoFit/>
          </a:bodyPr>
          <a:lstStyle/>
          <a:p>
            <a:r>
              <a:rPr lang="tr-TR" sz="2000" b="1">
                <a:solidFill>
                  <a:srgbClr val="FFFFFF"/>
                </a:solidFill>
                <a:latin typeface="Aptos" panose="020B0004020202020204" pitchFamily="34" charset="0"/>
              </a:rPr>
              <a:t>İşletme payı</a:t>
            </a:r>
          </a:p>
        </p:txBody>
      </p:sp>
      <p:sp>
        <p:nvSpPr>
          <p:cNvPr id="14" name="Dikdörtgen 13">
            <a:extLst>
              <a:ext uri="{FF2B5EF4-FFF2-40B4-BE49-F238E27FC236}">
                <a16:creationId xmlns:a16="http://schemas.microsoft.com/office/drawing/2014/main" id="{94428706-4E7C-53C8-AC17-150A007C6D58}"/>
              </a:ext>
            </a:extLst>
          </p:cNvPr>
          <p:cNvSpPr/>
          <p:nvPr/>
        </p:nvSpPr>
        <p:spPr>
          <a:xfrm>
            <a:off x="4724400" y="3060700"/>
            <a:ext cx="3467100" cy="7366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5" name="Metin kutusu 14">
            <a:extLst>
              <a:ext uri="{FF2B5EF4-FFF2-40B4-BE49-F238E27FC236}">
                <a16:creationId xmlns:a16="http://schemas.microsoft.com/office/drawing/2014/main" id="{5DB3EF47-6E64-DF39-6303-7736C706840D}"/>
              </a:ext>
            </a:extLst>
          </p:cNvPr>
          <p:cNvSpPr txBox="1"/>
          <p:nvPr/>
        </p:nvSpPr>
        <p:spPr>
          <a:xfrm>
            <a:off x="4902200" y="3213100"/>
            <a:ext cx="3162300" cy="307777"/>
          </a:xfrm>
          <a:prstGeom prst="rect">
            <a:avLst/>
          </a:prstGeom>
          <a:noFill/>
        </p:spPr>
        <p:txBody>
          <a:bodyPr vert="horz" wrap="square" lIns="0" tIns="0" rIns="0" bIns="0" rtlCol="0">
            <a:spAutoFit/>
          </a:bodyPr>
          <a:lstStyle/>
          <a:p>
            <a:r>
              <a:rPr lang="tr-TR" sz="2000">
                <a:solidFill>
                  <a:srgbClr val="292321"/>
                </a:solidFill>
                <a:latin typeface="Aptos" panose="020B0004020202020204" pitchFamily="34" charset="0"/>
              </a:rPr>
              <a:t>20 organizasyon</a:t>
            </a:r>
          </a:p>
        </p:txBody>
      </p:sp>
      <p:sp>
        <p:nvSpPr>
          <p:cNvPr id="16" name="Dikdörtgen 15">
            <a:extLst>
              <a:ext uri="{FF2B5EF4-FFF2-40B4-BE49-F238E27FC236}">
                <a16:creationId xmlns:a16="http://schemas.microsoft.com/office/drawing/2014/main" id="{5205D8C1-0587-B68D-F935-2FE085B9C7AA}"/>
              </a:ext>
            </a:extLst>
          </p:cNvPr>
          <p:cNvSpPr/>
          <p:nvPr/>
        </p:nvSpPr>
        <p:spPr>
          <a:xfrm>
            <a:off x="8191500" y="3060700"/>
            <a:ext cx="3467100" cy="7366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7" name="Metin kutusu 16">
            <a:extLst>
              <a:ext uri="{FF2B5EF4-FFF2-40B4-BE49-F238E27FC236}">
                <a16:creationId xmlns:a16="http://schemas.microsoft.com/office/drawing/2014/main" id="{F05721AB-FAAF-DBBC-F1C5-E11FB3E397B6}"/>
              </a:ext>
            </a:extLst>
          </p:cNvPr>
          <p:cNvSpPr txBox="1"/>
          <p:nvPr/>
        </p:nvSpPr>
        <p:spPr>
          <a:xfrm>
            <a:off x="8369300" y="3213100"/>
            <a:ext cx="3162300" cy="307777"/>
          </a:xfrm>
          <a:prstGeom prst="rect">
            <a:avLst/>
          </a:prstGeom>
          <a:noFill/>
        </p:spPr>
        <p:txBody>
          <a:bodyPr vert="horz" wrap="square" lIns="0" tIns="0" rIns="0" bIns="0" rtlCol="0">
            <a:spAutoFit/>
          </a:bodyPr>
          <a:lstStyle/>
          <a:p>
            <a:r>
              <a:rPr lang="tr-TR" sz="2000">
                <a:solidFill>
                  <a:srgbClr val="292321"/>
                </a:solidFill>
                <a:latin typeface="Aptos" panose="020B0004020202020204" pitchFamily="34" charset="0"/>
              </a:rPr>
              <a:t>25.000 TL</a:t>
            </a:r>
          </a:p>
        </p:txBody>
      </p:sp>
      <p:sp>
        <p:nvSpPr>
          <p:cNvPr id="18" name="Dikdörtgen 17">
            <a:extLst>
              <a:ext uri="{FF2B5EF4-FFF2-40B4-BE49-F238E27FC236}">
                <a16:creationId xmlns:a16="http://schemas.microsoft.com/office/drawing/2014/main" id="{9A677A81-3B98-594F-309A-6FD5E2466D34}"/>
              </a:ext>
            </a:extLst>
          </p:cNvPr>
          <p:cNvSpPr/>
          <p:nvPr/>
        </p:nvSpPr>
        <p:spPr>
          <a:xfrm>
            <a:off x="4724400" y="3797300"/>
            <a:ext cx="3467100" cy="736600"/>
          </a:xfrm>
          <a:prstGeom prst="rect">
            <a:avLst/>
          </a:prstGeom>
          <a:solidFill>
            <a:srgbClr val="F2E4D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9" name="Metin kutusu 18">
            <a:extLst>
              <a:ext uri="{FF2B5EF4-FFF2-40B4-BE49-F238E27FC236}">
                <a16:creationId xmlns:a16="http://schemas.microsoft.com/office/drawing/2014/main" id="{809F31B2-9196-A710-29EF-32A06105C2D7}"/>
              </a:ext>
            </a:extLst>
          </p:cNvPr>
          <p:cNvSpPr txBox="1"/>
          <p:nvPr/>
        </p:nvSpPr>
        <p:spPr>
          <a:xfrm>
            <a:off x="4902200" y="3949700"/>
            <a:ext cx="3162300" cy="307777"/>
          </a:xfrm>
          <a:prstGeom prst="rect">
            <a:avLst/>
          </a:prstGeom>
          <a:noFill/>
        </p:spPr>
        <p:txBody>
          <a:bodyPr vert="horz" wrap="square" lIns="0" tIns="0" rIns="0" bIns="0" rtlCol="0">
            <a:spAutoFit/>
          </a:bodyPr>
          <a:lstStyle/>
          <a:p>
            <a:r>
              <a:rPr lang="tr-TR" sz="2000">
                <a:solidFill>
                  <a:srgbClr val="292321"/>
                </a:solidFill>
                <a:latin typeface="Aptos" panose="020B0004020202020204" pitchFamily="34" charset="0"/>
              </a:rPr>
              <a:t>50 organizasyon</a:t>
            </a:r>
          </a:p>
        </p:txBody>
      </p:sp>
      <p:sp>
        <p:nvSpPr>
          <p:cNvPr id="20" name="Dikdörtgen 19">
            <a:extLst>
              <a:ext uri="{FF2B5EF4-FFF2-40B4-BE49-F238E27FC236}">
                <a16:creationId xmlns:a16="http://schemas.microsoft.com/office/drawing/2014/main" id="{F0123345-86EC-7F0F-6350-10999C8FB60C}"/>
              </a:ext>
            </a:extLst>
          </p:cNvPr>
          <p:cNvSpPr/>
          <p:nvPr/>
        </p:nvSpPr>
        <p:spPr>
          <a:xfrm>
            <a:off x="8191500" y="3797300"/>
            <a:ext cx="3467100" cy="736600"/>
          </a:xfrm>
          <a:prstGeom prst="rect">
            <a:avLst/>
          </a:prstGeom>
          <a:solidFill>
            <a:srgbClr val="F2E4D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1" name="Metin kutusu 20">
            <a:extLst>
              <a:ext uri="{FF2B5EF4-FFF2-40B4-BE49-F238E27FC236}">
                <a16:creationId xmlns:a16="http://schemas.microsoft.com/office/drawing/2014/main" id="{F6E8527C-C655-01AA-714F-97BA54722746}"/>
              </a:ext>
            </a:extLst>
          </p:cNvPr>
          <p:cNvSpPr txBox="1"/>
          <p:nvPr/>
        </p:nvSpPr>
        <p:spPr>
          <a:xfrm>
            <a:off x="8369300" y="3949700"/>
            <a:ext cx="3162300" cy="307777"/>
          </a:xfrm>
          <a:prstGeom prst="rect">
            <a:avLst/>
          </a:prstGeom>
          <a:noFill/>
        </p:spPr>
        <p:txBody>
          <a:bodyPr vert="horz" wrap="square" lIns="0" tIns="0" rIns="0" bIns="0" rtlCol="0">
            <a:spAutoFit/>
          </a:bodyPr>
          <a:lstStyle/>
          <a:p>
            <a:r>
              <a:rPr lang="tr-TR" sz="2000">
                <a:solidFill>
                  <a:srgbClr val="292321"/>
                </a:solidFill>
                <a:latin typeface="Aptos" panose="020B0004020202020204" pitchFamily="34" charset="0"/>
              </a:rPr>
              <a:t>62.500 TL</a:t>
            </a:r>
          </a:p>
        </p:txBody>
      </p:sp>
      <p:sp>
        <p:nvSpPr>
          <p:cNvPr id="22" name="Dikdörtgen 21">
            <a:extLst>
              <a:ext uri="{FF2B5EF4-FFF2-40B4-BE49-F238E27FC236}">
                <a16:creationId xmlns:a16="http://schemas.microsoft.com/office/drawing/2014/main" id="{3F1F47CB-1BC5-E112-3150-AFE0D4E4E896}"/>
              </a:ext>
            </a:extLst>
          </p:cNvPr>
          <p:cNvSpPr/>
          <p:nvPr/>
        </p:nvSpPr>
        <p:spPr>
          <a:xfrm>
            <a:off x="4724400" y="4533900"/>
            <a:ext cx="3467100" cy="7366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3" name="Metin kutusu 22">
            <a:extLst>
              <a:ext uri="{FF2B5EF4-FFF2-40B4-BE49-F238E27FC236}">
                <a16:creationId xmlns:a16="http://schemas.microsoft.com/office/drawing/2014/main" id="{0F40C52E-DD58-4DD1-930F-7F989DA69046}"/>
              </a:ext>
            </a:extLst>
          </p:cNvPr>
          <p:cNvSpPr txBox="1"/>
          <p:nvPr/>
        </p:nvSpPr>
        <p:spPr>
          <a:xfrm>
            <a:off x="4902200" y="4686300"/>
            <a:ext cx="3162300" cy="307777"/>
          </a:xfrm>
          <a:prstGeom prst="rect">
            <a:avLst/>
          </a:prstGeom>
          <a:noFill/>
        </p:spPr>
        <p:txBody>
          <a:bodyPr vert="horz" wrap="square" lIns="0" tIns="0" rIns="0" bIns="0" rtlCol="0">
            <a:spAutoFit/>
          </a:bodyPr>
          <a:lstStyle/>
          <a:p>
            <a:r>
              <a:rPr lang="tr-TR" sz="2000">
                <a:solidFill>
                  <a:srgbClr val="292321"/>
                </a:solidFill>
                <a:latin typeface="Aptos" panose="020B0004020202020204" pitchFamily="34" charset="0"/>
              </a:rPr>
              <a:t>100 organizasyon</a:t>
            </a:r>
          </a:p>
        </p:txBody>
      </p:sp>
      <p:sp>
        <p:nvSpPr>
          <p:cNvPr id="24" name="Dikdörtgen 23">
            <a:extLst>
              <a:ext uri="{FF2B5EF4-FFF2-40B4-BE49-F238E27FC236}">
                <a16:creationId xmlns:a16="http://schemas.microsoft.com/office/drawing/2014/main" id="{21CA10AA-4592-E29A-CAF6-20495017D205}"/>
              </a:ext>
            </a:extLst>
          </p:cNvPr>
          <p:cNvSpPr/>
          <p:nvPr/>
        </p:nvSpPr>
        <p:spPr>
          <a:xfrm>
            <a:off x="8191500" y="4533900"/>
            <a:ext cx="3467100" cy="7366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5" name="Metin kutusu 24">
            <a:extLst>
              <a:ext uri="{FF2B5EF4-FFF2-40B4-BE49-F238E27FC236}">
                <a16:creationId xmlns:a16="http://schemas.microsoft.com/office/drawing/2014/main" id="{1BBC9625-C8CC-0853-F35C-09BE82E063A5}"/>
              </a:ext>
            </a:extLst>
          </p:cNvPr>
          <p:cNvSpPr txBox="1"/>
          <p:nvPr/>
        </p:nvSpPr>
        <p:spPr>
          <a:xfrm>
            <a:off x="8369300" y="4686300"/>
            <a:ext cx="3162300" cy="307777"/>
          </a:xfrm>
          <a:prstGeom prst="rect">
            <a:avLst/>
          </a:prstGeom>
          <a:noFill/>
        </p:spPr>
        <p:txBody>
          <a:bodyPr vert="horz" wrap="square" lIns="0" tIns="0" rIns="0" bIns="0" rtlCol="0">
            <a:spAutoFit/>
          </a:bodyPr>
          <a:lstStyle/>
          <a:p>
            <a:r>
              <a:rPr lang="tr-TR" sz="2000">
                <a:solidFill>
                  <a:srgbClr val="292321"/>
                </a:solidFill>
                <a:latin typeface="Aptos" panose="020B0004020202020204" pitchFamily="34" charset="0"/>
              </a:rPr>
              <a:t>125.000 TL</a:t>
            </a:r>
          </a:p>
        </p:txBody>
      </p:sp>
      <p:sp>
        <p:nvSpPr>
          <p:cNvPr id="26" name="Metin kutusu 25">
            <a:extLst>
              <a:ext uri="{FF2B5EF4-FFF2-40B4-BE49-F238E27FC236}">
                <a16:creationId xmlns:a16="http://schemas.microsoft.com/office/drawing/2014/main" id="{234FBBE9-E043-FBD0-94C7-4F2F3A181C72}"/>
              </a:ext>
            </a:extLst>
          </p:cNvPr>
          <p:cNvSpPr txBox="1"/>
          <p:nvPr/>
        </p:nvSpPr>
        <p:spPr>
          <a:xfrm>
            <a:off x="533400" y="5715000"/>
            <a:ext cx="11125200" cy="215444"/>
          </a:xfrm>
          <a:prstGeom prst="rect">
            <a:avLst/>
          </a:prstGeom>
          <a:noFill/>
        </p:spPr>
        <p:txBody>
          <a:bodyPr vert="horz" wrap="square" lIns="0" tIns="0" rIns="0" bIns="0" rtlCol="0">
            <a:spAutoFit/>
          </a:bodyPr>
          <a:lstStyle/>
          <a:p>
            <a:r>
              <a:rPr lang="tr-TR" sz="1400">
                <a:solidFill>
                  <a:srgbClr val="726760"/>
                </a:solidFill>
                <a:latin typeface="Aptos" panose="020B0004020202020204" pitchFamily="34" charset="0"/>
              </a:rPr>
              <a:t>Örnek satış hacimleridir; satış veya kazanç garantisi değildir. Tutarlar işletmenin kendi vergileri öncesidir.</a:t>
            </a:r>
          </a:p>
        </p:txBody>
      </p:sp>
    </p:spTree>
    <p:extLst>
      <p:ext uri="{BB962C8B-B14F-4D97-AF65-F5344CB8AC3E}">
        <p14:creationId xmlns:p14="http://schemas.microsoft.com/office/powerpoint/2010/main" val="39304703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BF7F0"/>
        </a:solidFill>
        <a:effectLst/>
      </p:bgPr>
    </p:bg>
    <p:spTree>
      <p:nvGrpSpPr>
        <p:cNvPr id="1" name=""/>
        <p:cNvGrpSpPr/>
        <p:nvPr/>
      </p:nvGrpSpPr>
      <p:grpSpPr>
        <a:xfrm>
          <a:off x="0" y="0"/>
          <a:ext cx="0" cy="0"/>
          <a:chOff x="0" y="0"/>
          <a:chExt cx="0" cy="0"/>
        </a:xfrm>
      </p:grpSpPr>
      <p:sp>
        <p:nvSpPr>
          <p:cNvPr id="2" name="Metin kutusu 1">
            <a:extLst>
              <a:ext uri="{FF2B5EF4-FFF2-40B4-BE49-F238E27FC236}">
                <a16:creationId xmlns:a16="http://schemas.microsoft.com/office/drawing/2014/main" id="{6472014A-8B8E-EA73-24BC-4EDC63492C60}"/>
              </a:ext>
            </a:extLst>
          </p:cNvPr>
          <p:cNvSpPr txBox="1"/>
          <p:nvPr/>
        </p:nvSpPr>
        <p:spPr>
          <a:xfrm>
            <a:off x="533400" y="342900"/>
            <a:ext cx="11049000" cy="169277"/>
          </a:xfrm>
          <a:prstGeom prst="rect">
            <a:avLst/>
          </a:prstGeom>
          <a:noFill/>
        </p:spPr>
        <p:txBody>
          <a:bodyPr vert="horz" wrap="square" lIns="0" tIns="0" rIns="0" bIns="0" rtlCol="0">
            <a:spAutoFit/>
          </a:bodyPr>
          <a:lstStyle/>
          <a:p>
            <a:r>
              <a:rPr lang="tr-TR" sz="1100" b="1">
                <a:solidFill>
                  <a:srgbClr val="9B292E"/>
                </a:solidFill>
                <a:latin typeface="Aptos" panose="020B0004020202020204" pitchFamily="34" charset="0"/>
              </a:rPr>
              <a:t>YILLIK KAZANÇ SEÇENEKLERİ</a:t>
            </a:r>
          </a:p>
        </p:txBody>
      </p:sp>
      <p:sp>
        <p:nvSpPr>
          <p:cNvPr id="3" name="Metin kutusu 2">
            <a:extLst>
              <a:ext uri="{FF2B5EF4-FFF2-40B4-BE49-F238E27FC236}">
                <a16:creationId xmlns:a16="http://schemas.microsoft.com/office/drawing/2014/main" id="{7F9FE423-D839-4561-DE77-6370D51BAA99}"/>
              </a:ext>
            </a:extLst>
          </p:cNvPr>
          <p:cNvSpPr txBox="1"/>
          <p:nvPr/>
        </p:nvSpPr>
        <p:spPr>
          <a:xfrm>
            <a:off x="533400" y="825500"/>
            <a:ext cx="11176000" cy="477054"/>
          </a:xfrm>
          <a:prstGeom prst="rect">
            <a:avLst/>
          </a:prstGeom>
          <a:noFill/>
        </p:spPr>
        <p:txBody>
          <a:bodyPr vert="horz" wrap="square" lIns="0" tIns="0" rIns="0" bIns="0" rtlCol="0">
            <a:spAutoFit/>
          </a:bodyPr>
          <a:lstStyle/>
          <a:p>
            <a:r>
              <a:rPr lang="tr-TR" sz="3100" b="1">
                <a:solidFill>
                  <a:srgbClr val="292321"/>
                </a:solidFill>
                <a:latin typeface="Aptos" panose="020B0004020202020204" pitchFamily="34" charset="0"/>
              </a:rPr>
              <a:t>Satış hacminize göre işletme payınız.</a:t>
            </a:r>
          </a:p>
        </p:txBody>
      </p:sp>
      <p:sp>
        <p:nvSpPr>
          <p:cNvPr id="4" name="Dikdörtgen 3">
            <a:extLst>
              <a:ext uri="{FF2B5EF4-FFF2-40B4-BE49-F238E27FC236}">
                <a16:creationId xmlns:a16="http://schemas.microsoft.com/office/drawing/2014/main" id="{27F8E97E-E54B-AEE1-5528-8307587D9397}"/>
              </a:ext>
            </a:extLst>
          </p:cNvPr>
          <p:cNvSpPr/>
          <p:nvPr/>
        </p:nvSpPr>
        <p:spPr>
          <a:xfrm>
            <a:off x="533400" y="6375400"/>
            <a:ext cx="11125200" cy="12700"/>
          </a:xfrm>
          <a:prstGeom prst="rect">
            <a:avLst/>
          </a:prstGeom>
          <a:solidFill>
            <a:srgbClr val="E5DAD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5" name="Metin kutusu 4">
            <a:extLst>
              <a:ext uri="{FF2B5EF4-FFF2-40B4-BE49-F238E27FC236}">
                <a16:creationId xmlns:a16="http://schemas.microsoft.com/office/drawing/2014/main" id="{1DB9C7BB-2CC1-49EF-7AEE-A40B194C1170}"/>
              </a:ext>
            </a:extLst>
          </p:cNvPr>
          <p:cNvSpPr txBox="1"/>
          <p:nvPr/>
        </p:nvSpPr>
        <p:spPr>
          <a:xfrm>
            <a:off x="533400" y="6502400"/>
            <a:ext cx="5715000" cy="138499"/>
          </a:xfrm>
          <a:prstGeom prst="rect">
            <a:avLst/>
          </a:prstGeom>
          <a:noFill/>
        </p:spPr>
        <p:txBody>
          <a:bodyPr vert="horz" wrap="square" lIns="0" tIns="0" rIns="0" bIns="0" rtlCol="0">
            <a:spAutoFit/>
          </a:bodyPr>
          <a:lstStyle/>
          <a:p>
            <a:r>
              <a:rPr lang="tr-TR" sz="900">
                <a:solidFill>
                  <a:srgbClr val="726760"/>
                </a:solidFill>
                <a:latin typeface="Aptos" panose="020B0004020202020204" pitchFamily="34" charset="0"/>
              </a:rPr>
              <a:t>ANILAR  /  PARTNERLİK</a:t>
            </a:r>
          </a:p>
        </p:txBody>
      </p:sp>
      <p:sp>
        <p:nvSpPr>
          <p:cNvPr id="6" name="Metin kutusu 5">
            <a:extLst>
              <a:ext uri="{FF2B5EF4-FFF2-40B4-BE49-F238E27FC236}">
                <a16:creationId xmlns:a16="http://schemas.microsoft.com/office/drawing/2014/main" id="{2BDE923E-DF0D-E359-3A24-CDD3D385A057}"/>
              </a:ext>
            </a:extLst>
          </p:cNvPr>
          <p:cNvSpPr txBox="1"/>
          <p:nvPr/>
        </p:nvSpPr>
        <p:spPr>
          <a:xfrm>
            <a:off x="11277600" y="6502400"/>
            <a:ext cx="381000" cy="138499"/>
          </a:xfrm>
          <a:prstGeom prst="rect">
            <a:avLst/>
          </a:prstGeom>
          <a:noFill/>
        </p:spPr>
        <p:txBody>
          <a:bodyPr vert="horz" wrap="square" lIns="0" tIns="0" rIns="0" bIns="0" rtlCol="0">
            <a:spAutoFit/>
          </a:bodyPr>
          <a:lstStyle/>
          <a:p>
            <a:r>
              <a:rPr lang="tr-TR" sz="900">
                <a:solidFill>
                  <a:srgbClr val="726760"/>
                </a:solidFill>
                <a:latin typeface="Aptos" panose="020B0004020202020204" pitchFamily="34" charset="0"/>
              </a:rPr>
              <a:t>17</a:t>
            </a:r>
          </a:p>
        </p:txBody>
      </p:sp>
      <p:sp>
        <p:nvSpPr>
          <p:cNvPr id="7" name="Dikdörtgen 6">
            <a:extLst>
              <a:ext uri="{FF2B5EF4-FFF2-40B4-BE49-F238E27FC236}">
                <a16:creationId xmlns:a16="http://schemas.microsoft.com/office/drawing/2014/main" id="{E9A40B70-7668-9FE6-B447-A6EEE9E9C366}"/>
              </a:ext>
            </a:extLst>
          </p:cNvPr>
          <p:cNvSpPr/>
          <p:nvPr/>
        </p:nvSpPr>
        <p:spPr>
          <a:xfrm>
            <a:off x="533400" y="2476500"/>
            <a:ext cx="2247900" cy="673100"/>
          </a:xfrm>
          <a:prstGeom prst="rect">
            <a:avLst/>
          </a:prstGeom>
          <a:solidFill>
            <a:srgbClr val="9B29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8" name="Metin kutusu 7">
            <a:extLst>
              <a:ext uri="{FF2B5EF4-FFF2-40B4-BE49-F238E27FC236}">
                <a16:creationId xmlns:a16="http://schemas.microsoft.com/office/drawing/2014/main" id="{A7FA707E-ACEF-69D2-E9DD-3C0694005270}"/>
              </a:ext>
            </a:extLst>
          </p:cNvPr>
          <p:cNvSpPr txBox="1"/>
          <p:nvPr/>
        </p:nvSpPr>
        <p:spPr>
          <a:xfrm>
            <a:off x="711200" y="2628900"/>
            <a:ext cx="1943100" cy="276999"/>
          </a:xfrm>
          <a:prstGeom prst="rect">
            <a:avLst/>
          </a:prstGeom>
          <a:noFill/>
        </p:spPr>
        <p:txBody>
          <a:bodyPr vert="horz" wrap="square" lIns="0" tIns="0" rIns="0" bIns="0" rtlCol="0">
            <a:spAutoFit/>
          </a:bodyPr>
          <a:lstStyle/>
          <a:p>
            <a:r>
              <a:rPr lang="tr-TR" b="1">
                <a:solidFill>
                  <a:srgbClr val="FFFFFF"/>
                </a:solidFill>
                <a:latin typeface="Aptos" panose="020B0004020202020204" pitchFamily="34" charset="0"/>
              </a:rPr>
              <a:t>Ücretli satış</a:t>
            </a:r>
          </a:p>
        </p:txBody>
      </p:sp>
      <p:sp>
        <p:nvSpPr>
          <p:cNvPr id="9" name="Dikdörtgen 8">
            <a:extLst>
              <a:ext uri="{FF2B5EF4-FFF2-40B4-BE49-F238E27FC236}">
                <a16:creationId xmlns:a16="http://schemas.microsoft.com/office/drawing/2014/main" id="{6C12501F-9A74-A515-0B38-B488FED9ECBC}"/>
              </a:ext>
            </a:extLst>
          </p:cNvPr>
          <p:cNvSpPr/>
          <p:nvPr/>
        </p:nvSpPr>
        <p:spPr>
          <a:xfrm>
            <a:off x="2781300" y="2476500"/>
            <a:ext cx="2959100" cy="673100"/>
          </a:xfrm>
          <a:prstGeom prst="rect">
            <a:avLst/>
          </a:prstGeom>
          <a:solidFill>
            <a:srgbClr val="9B29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0" name="Metin kutusu 9">
            <a:extLst>
              <a:ext uri="{FF2B5EF4-FFF2-40B4-BE49-F238E27FC236}">
                <a16:creationId xmlns:a16="http://schemas.microsoft.com/office/drawing/2014/main" id="{37DC6C1B-C339-3B56-13B3-312CABAE8CD6}"/>
              </a:ext>
            </a:extLst>
          </p:cNvPr>
          <p:cNvSpPr txBox="1"/>
          <p:nvPr/>
        </p:nvSpPr>
        <p:spPr>
          <a:xfrm>
            <a:off x="2959100" y="2628900"/>
            <a:ext cx="2654300" cy="276999"/>
          </a:xfrm>
          <a:prstGeom prst="rect">
            <a:avLst/>
          </a:prstGeom>
          <a:noFill/>
        </p:spPr>
        <p:txBody>
          <a:bodyPr vert="horz" wrap="square" lIns="0" tIns="0" rIns="0" bIns="0" rtlCol="0">
            <a:spAutoFit/>
          </a:bodyPr>
          <a:lstStyle/>
          <a:p>
            <a:r>
              <a:rPr lang="tr-TR" b="1">
                <a:solidFill>
                  <a:srgbClr val="FFFFFF"/>
                </a:solidFill>
                <a:latin typeface="Aptos" panose="020B0004020202020204" pitchFamily="34" charset="0"/>
              </a:rPr>
              <a:t>3.750 TL fiyat</a:t>
            </a:r>
          </a:p>
        </p:txBody>
      </p:sp>
      <p:sp>
        <p:nvSpPr>
          <p:cNvPr id="11" name="Dikdörtgen 10">
            <a:extLst>
              <a:ext uri="{FF2B5EF4-FFF2-40B4-BE49-F238E27FC236}">
                <a16:creationId xmlns:a16="http://schemas.microsoft.com/office/drawing/2014/main" id="{F90B12E5-6A45-9253-9216-1C99687C515F}"/>
              </a:ext>
            </a:extLst>
          </p:cNvPr>
          <p:cNvSpPr/>
          <p:nvPr/>
        </p:nvSpPr>
        <p:spPr>
          <a:xfrm>
            <a:off x="5740400" y="2476500"/>
            <a:ext cx="2959100" cy="673100"/>
          </a:xfrm>
          <a:prstGeom prst="rect">
            <a:avLst/>
          </a:prstGeom>
          <a:solidFill>
            <a:srgbClr val="9B29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2" name="Metin kutusu 11">
            <a:extLst>
              <a:ext uri="{FF2B5EF4-FFF2-40B4-BE49-F238E27FC236}">
                <a16:creationId xmlns:a16="http://schemas.microsoft.com/office/drawing/2014/main" id="{D724D8D5-0185-E520-DE25-35F09EF42EF3}"/>
              </a:ext>
            </a:extLst>
          </p:cNvPr>
          <p:cNvSpPr txBox="1"/>
          <p:nvPr/>
        </p:nvSpPr>
        <p:spPr>
          <a:xfrm>
            <a:off x="5918200" y="2628900"/>
            <a:ext cx="2654300" cy="276999"/>
          </a:xfrm>
          <a:prstGeom prst="rect">
            <a:avLst/>
          </a:prstGeom>
          <a:noFill/>
        </p:spPr>
        <p:txBody>
          <a:bodyPr vert="horz" wrap="square" lIns="0" tIns="0" rIns="0" bIns="0" rtlCol="0">
            <a:spAutoFit/>
          </a:bodyPr>
          <a:lstStyle/>
          <a:p>
            <a:r>
              <a:rPr lang="tr-TR" b="1">
                <a:solidFill>
                  <a:srgbClr val="FFFFFF"/>
                </a:solidFill>
                <a:latin typeface="Aptos" panose="020B0004020202020204" pitchFamily="34" charset="0"/>
              </a:rPr>
              <a:t>5.000 TL fiyat</a:t>
            </a:r>
          </a:p>
        </p:txBody>
      </p:sp>
      <p:sp>
        <p:nvSpPr>
          <p:cNvPr id="13" name="Dikdörtgen 12">
            <a:extLst>
              <a:ext uri="{FF2B5EF4-FFF2-40B4-BE49-F238E27FC236}">
                <a16:creationId xmlns:a16="http://schemas.microsoft.com/office/drawing/2014/main" id="{796A2B18-0E40-143A-1EA4-D45E35E171D6}"/>
              </a:ext>
            </a:extLst>
          </p:cNvPr>
          <p:cNvSpPr/>
          <p:nvPr/>
        </p:nvSpPr>
        <p:spPr>
          <a:xfrm>
            <a:off x="8699500" y="2476500"/>
            <a:ext cx="2959100" cy="673100"/>
          </a:xfrm>
          <a:prstGeom prst="rect">
            <a:avLst/>
          </a:prstGeom>
          <a:solidFill>
            <a:srgbClr val="9B29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4" name="Metin kutusu 13">
            <a:extLst>
              <a:ext uri="{FF2B5EF4-FFF2-40B4-BE49-F238E27FC236}">
                <a16:creationId xmlns:a16="http://schemas.microsoft.com/office/drawing/2014/main" id="{077FE08D-AD23-C176-D429-44990EA39AA7}"/>
              </a:ext>
            </a:extLst>
          </p:cNvPr>
          <p:cNvSpPr txBox="1"/>
          <p:nvPr/>
        </p:nvSpPr>
        <p:spPr>
          <a:xfrm>
            <a:off x="8877300" y="2628900"/>
            <a:ext cx="2654300" cy="276999"/>
          </a:xfrm>
          <a:prstGeom prst="rect">
            <a:avLst/>
          </a:prstGeom>
          <a:noFill/>
        </p:spPr>
        <p:txBody>
          <a:bodyPr vert="horz" wrap="square" lIns="0" tIns="0" rIns="0" bIns="0" rtlCol="0">
            <a:spAutoFit/>
          </a:bodyPr>
          <a:lstStyle/>
          <a:p>
            <a:r>
              <a:rPr lang="tr-TR" b="1">
                <a:solidFill>
                  <a:srgbClr val="FFFFFF"/>
                </a:solidFill>
                <a:latin typeface="Aptos" panose="020B0004020202020204" pitchFamily="34" charset="0"/>
              </a:rPr>
              <a:t>6.250 TL fiyat</a:t>
            </a:r>
          </a:p>
        </p:txBody>
      </p:sp>
      <p:sp>
        <p:nvSpPr>
          <p:cNvPr id="15" name="Dikdörtgen 14">
            <a:extLst>
              <a:ext uri="{FF2B5EF4-FFF2-40B4-BE49-F238E27FC236}">
                <a16:creationId xmlns:a16="http://schemas.microsoft.com/office/drawing/2014/main" id="{BA87BDC6-A2E1-DB27-A7A7-DF67C53DF753}"/>
              </a:ext>
            </a:extLst>
          </p:cNvPr>
          <p:cNvSpPr/>
          <p:nvPr/>
        </p:nvSpPr>
        <p:spPr>
          <a:xfrm>
            <a:off x="533400" y="3149600"/>
            <a:ext cx="2247900" cy="6731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6" name="Metin kutusu 15">
            <a:extLst>
              <a:ext uri="{FF2B5EF4-FFF2-40B4-BE49-F238E27FC236}">
                <a16:creationId xmlns:a16="http://schemas.microsoft.com/office/drawing/2014/main" id="{E27399D0-95DB-9F65-1FCA-7ADDABC52F29}"/>
              </a:ext>
            </a:extLst>
          </p:cNvPr>
          <p:cNvSpPr txBox="1"/>
          <p:nvPr/>
        </p:nvSpPr>
        <p:spPr>
          <a:xfrm>
            <a:off x="711200" y="3302000"/>
            <a:ext cx="1943100" cy="276999"/>
          </a:xfrm>
          <a:prstGeom prst="rect">
            <a:avLst/>
          </a:prstGeom>
          <a:noFill/>
        </p:spPr>
        <p:txBody>
          <a:bodyPr vert="horz" wrap="square" lIns="0" tIns="0" rIns="0" bIns="0" rtlCol="0">
            <a:spAutoFit/>
          </a:bodyPr>
          <a:lstStyle/>
          <a:p>
            <a:r>
              <a:rPr lang="tr-TR">
                <a:solidFill>
                  <a:srgbClr val="292321"/>
                </a:solidFill>
                <a:latin typeface="Aptos" panose="020B0004020202020204" pitchFamily="34" charset="0"/>
              </a:rPr>
              <a:t>20</a:t>
            </a:r>
          </a:p>
        </p:txBody>
      </p:sp>
      <p:sp>
        <p:nvSpPr>
          <p:cNvPr id="17" name="Dikdörtgen 16">
            <a:extLst>
              <a:ext uri="{FF2B5EF4-FFF2-40B4-BE49-F238E27FC236}">
                <a16:creationId xmlns:a16="http://schemas.microsoft.com/office/drawing/2014/main" id="{662FD7DB-0AF9-6A13-B5B3-6FCE155093BB}"/>
              </a:ext>
            </a:extLst>
          </p:cNvPr>
          <p:cNvSpPr/>
          <p:nvPr/>
        </p:nvSpPr>
        <p:spPr>
          <a:xfrm>
            <a:off x="2781300" y="3149600"/>
            <a:ext cx="2959100" cy="6731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8" name="Metin kutusu 17">
            <a:extLst>
              <a:ext uri="{FF2B5EF4-FFF2-40B4-BE49-F238E27FC236}">
                <a16:creationId xmlns:a16="http://schemas.microsoft.com/office/drawing/2014/main" id="{E351E098-8A1D-DA21-8BF0-FFAD3002AA99}"/>
              </a:ext>
            </a:extLst>
          </p:cNvPr>
          <p:cNvSpPr txBox="1"/>
          <p:nvPr/>
        </p:nvSpPr>
        <p:spPr>
          <a:xfrm>
            <a:off x="2959100" y="3302000"/>
            <a:ext cx="2654300" cy="276999"/>
          </a:xfrm>
          <a:prstGeom prst="rect">
            <a:avLst/>
          </a:prstGeom>
          <a:noFill/>
        </p:spPr>
        <p:txBody>
          <a:bodyPr vert="horz" wrap="square" lIns="0" tIns="0" rIns="0" bIns="0" rtlCol="0">
            <a:spAutoFit/>
          </a:bodyPr>
          <a:lstStyle/>
          <a:p>
            <a:r>
              <a:rPr lang="tr-TR">
                <a:solidFill>
                  <a:srgbClr val="292321"/>
                </a:solidFill>
                <a:latin typeface="Aptos" panose="020B0004020202020204" pitchFamily="34" charset="0"/>
              </a:rPr>
              <a:t>18.750 TL</a:t>
            </a:r>
          </a:p>
        </p:txBody>
      </p:sp>
      <p:sp>
        <p:nvSpPr>
          <p:cNvPr id="19" name="Dikdörtgen 18">
            <a:extLst>
              <a:ext uri="{FF2B5EF4-FFF2-40B4-BE49-F238E27FC236}">
                <a16:creationId xmlns:a16="http://schemas.microsoft.com/office/drawing/2014/main" id="{B1BF9EDE-9D77-E39B-B466-834FA5FD9B7B}"/>
              </a:ext>
            </a:extLst>
          </p:cNvPr>
          <p:cNvSpPr/>
          <p:nvPr/>
        </p:nvSpPr>
        <p:spPr>
          <a:xfrm>
            <a:off x="5740400" y="3149600"/>
            <a:ext cx="2959100" cy="6731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0" name="Metin kutusu 19">
            <a:extLst>
              <a:ext uri="{FF2B5EF4-FFF2-40B4-BE49-F238E27FC236}">
                <a16:creationId xmlns:a16="http://schemas.microsoft.com/office/drawing/2014/main" id="{70F0558D-C44E-B2B0-8F5F-71D123B56625}"/>
              </a:ext>
            </a:extLst>
          </p:cNvPr>
          <p:cNvSpPr txBox="1"/>
          <p:nvPr/>
        </p:nvSpPr>
        <p:spPr>
          <a:xfrm>
            <a:off x="5918200" y="3302000"/>
            <a:ext cx="2654300" cy="276999"/>
          </a:xfrm>
          <a:prstGeom prst="rect">
            <a:avLst/>
          </a:prstGeom>
          <a:noFill/>
        </p:spPr>
        <p:txBody>
          <a:bodyPr vert="horz" wrap="square" lIns="0" tIns="0" rIns="0" bIns="0" rtlCol="0">
            <a:spAutoFit/>
          </a:bodyPr>
          <a:lstStyle/>
          <a:p>
            <a:r>
              <a:rPr lang="tr-TR">
                <a:solidFill>
                  <a:srgbClr val="292321"/>
                </a:solidFill>
                <a:latin typeface="Aptos" panose="020B0004020202020204" pitchFamily="34" charset="0"/>
              </a:rPr>
              <a:t>25.000 TL</a:t>
            </a:r>
          </a:p>
        </p:txBody>
      </p:sp>
      <p:sp>
        <p:nvSpPr>
          <p:cNvPr id="21" name="Dikdörtgen 20">
            <a:extLst>
              <a:ext uri="{FF2B5EF4-FFF2-40B4-BE49-F238E27FC236}">
                <a16:creationId xmlns:a16="http://schemas.microsoft.com/office/drawing/2014/main" id="{462DA5CC-4CBD-8932-5D22-55A3B0DA9196}"/>
              </a:ext>
            </a:extLst>
          </p:cNvPr>
          <p:cNvSpPr/>
          <p:nvPr/>
        </p:nvSpPr>
        <p:spPr>
          <a:xfrm>
            <a:off x="8699500" y="3149600"/>
            <a:ext cx="2959100" cy="6731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2" name="Metin kutusu 21">
            <a:extLst>
              <a:ext uri="{FF2B5EF4-FFF2-40B4-BE49-F238E27FC236}">
                <a16:creationId xmlns:a16="http://schemas.microsoft.com/office/drawing/2014/main" id="{3B876C76-21D9-D3F9-7E54-D02BE0D49CD8}"/>
              </a:ext>
            </a:extLst>
          </p:cNvPr>
          <p:cNvSpPr txBox="1"/>
          <p:nvPr/>
        </p:nvSpPr>
        <p:spPr>
          <a:xfrm>
            <a:off x="8877300" y="3302000"/>
            <a:ext cx="2654300" cy="276999"/>
          </a:xfrm>
          <a:prstGeom prst="rect">
            <a:avLst/>
          </a:prstGeom>
          <a:noFill/>
        </p:spPr>
        <p:txBody>
          <a:bodyPr vert="horz" wrap="square" lIns="0" tIns="0" rIns="0" bIns="0" rtlCol="0">
            <a:spAutoFit/>
          </a:bodyPr>
          <a:lstStyle/>
          <a:p>
            <a:r>
              <a:rPr lang="tr-TR">
                <a:solidFill>
                  <a:srgbClr val="292321"/>
                </a:solidFill>
                <a:latin typeface="Aptos" panose="020B0004020202020204" pitchFamily="34" charset="0"/>
              </a:rPr>
              <a:t>31.250 TL</a:t>
            </a:r>
          </a:p>
        </p:txBody>
      </p:sp>
      <p:sp>
        <p:nvSpPr>
          <p:cNvPr id="23" name="Dikdörtgen 22">
            <a:extLst>
              <a:ext uri="{FF2B5EF4-FFF2-40B4-BE49-F238E27FC236}">
                <a16:creationId xmlns:a16="http://schemas.microsoft.com/office/drawing/2014/main" id="{7C6F7229-D7DD-9DD1-7489-688841158BE5}"/>
              </a:ext>
            </a:extLst>
          </p:cNvPr>
          <p:cNvSpPr/>
          <p:nvPr/>
        </p:nvSpPr>
        <p:spPr>
          <a:xfrm>
            <a:off x="533400" y="3822700"/>
            <a:ext cx="2247900" cy="673100"/>
          </a:xfrm>
          <a:prstGeom prst="rect">
            <a:avLst/>
          </a:prstGeom>
          <a:solidFill>
            <a:srgbClr val="F2E4D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4" name="Metin kutusu 23">
            <a:extLst>
              <a:ext uri="{FF2B5EF4-FFF2-40B4-BE49-F238E27FC236}">
                <a16:creationId xmlns:a16="http://schemas.microsoft.com/office/drawing/2014/main" id="{E07F9DE7-8DC0-13ED-F167-CCEDF73D62B0}"/>
              </a:ext>
            </a:extLst>
          </p:cNvPr>
          <p:cNvSpPr txBox="1"/>
          <p:nvPr/>
        </p:nvSpPr>
        <p:spPr>
          <a:xfrm>
            <a:off x="711200" y="3975100"/>
            <a:ext cx="1943100" cy="276999"/>
          </a:xfrm>
          <a:prstGeom prst="rect">
            <a:avLst/>
          </a:prstGeom>
          <a:noFill/>
        </p:spPr>
        <p:txBody>
          <a:bodyPr vert="horz" wrap="square" lIns="0" tIns="0" rIns="0" bIns="0" rtlCol="0">
            <a:spAutoFit/>
          </a:bodyPr>
          <a:lstStyle/>
          <a:p>
            <a:r>
              <a:rPr lang="tr-TR">
                <a:solidFill>
                  <a:srgbClr val="292321"/>
                </a:solidFill>
                <a:latin typeface="Aptos" panose="020B0004020202020204" pitchFamily="34" charset="0"/>
              </a:rPr>
              <a:t>50</a:t>
            </a:r>
          </a:p>
        </p:txBody>
      </p:sp>
      <p:sp>
        <p:nvSpPr>
          <p:cNvPr id="25" name="Dikdörtgen 24">
            <a:extLst>
              <a:ext uri="{FF2B5EF4-FFF2-40B4-BE49-F238E27FC236}">
                <a16:creationId xmlns:a16="http://schemas.microsoft.com/office/drawing/2014/main" id="{05F09CB7-3BD3-7ED5-BA0A-935C08F87375}"/>
              </a:ext>
            </a:extLst>
          </p:cNvPr>
          <p:cNvSpPr/>
          <p:nvPr/>
        </p:nvSpPr>
        <p:spPr>
          <a:xfrm>
            <a:off x="2781300" y="3822700"/>
            <a:ext cx="2959100" cy="673100"/>
          </a:xfrm>
          <a:prstGeom prst="rect">
            <a:avLst/>
          </a:prstGeom>
          <a:solidFill>
            <a:srgbClr val="F2E4D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6" name="Metin kutusu 25">
            <a:extLst>
              <a:ext uri="{FF2B5EF4-FFF2-40B4-BE49-F238E27FC236}">
                <a16:creationId xmlns:a16="http://schemas.microsoft.com/office/drawing/2014/main" id="{1562F53B-30F2-BCAF-AEE6-DD799197A285}"/>
              </a:ext>
            </a:extLst>
          </p:cNvPr>
          <p:cNvSpPr txBox="1"/>
          <p:nvPr/>
        </p:nvSpPr>
        <p:spPr>
          <a:xfrm>
            <a:off x="2959100" y="3975100"/>
            <a:ext cx="2654300" cy="276999"/>
          </a:xfrm>
          <a:prstGeom prst="rect">
            <a:avLst/>
          </a:prstGeom>
          <a:noFill/>
        </p:spPr>
        <p:txBody>
          <a:bodyPr vert="horz" wrap="square" lIns="0" tIns="0" rIns="0" bIns="0" rtlCol="0">
            <a:spAutoFit/>
          </a:bodyPr>
          <a:lstStyle/>
          <a:p>
            <a:r>
              <a:rPr lang="tr-TR">
                <a:solidFill>
                  <a:srgbClr val="292321"/>
                </a:solidFill>
                <a:latin typeface="Aptos" panose="020B0004020202020204" pitchFamily="34" charset="0"/>
              </a:rPr>
              <a:t>46.875 TL</a:t>
            </a:r>
          </a:p>
        </p:txBody>
      </p:sp>
      <p:sp>
        <p:nvSpPr>
          <p:cNvPr id="27" name="Dikdörtgen 26">
            <a:extLst>
              <a:ext uri="{FF2B5EF4-FFF2-40B4-BE49-F238E27FC236}">
                <a16:creationId xmlns:a16="http://schemas.microsoft.com/office/drawing/2014/main" id="{7554A488-7F7E-98FF-B61E-F49B43D7F873}"/>
              </a:ext>
            </a:extLst>
          </p:cNvPr>
          <p:cNvSpPr/>
          <p:nvPr/>
        </p:nvSpPr>
        <p:spPr>
          <a:xfrm>
            <a:off x="5740400" y="3822700"/>
            <a:ext cx="2959100" cy="673100"/>
          </a:xfrm>
          <a:prstGeom prst="rect">
            <a:avLst/>
          </a:prstGeom>
          <a:solidFill>
            <a:srgbClr val="F2E4D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8" name="Metin kutusu 27">
            <a:extLst>
              <a:ext uri="{FF2B5EF4-FFF2-40B4-BE49-F238E27FC236}">
                <a16:creationId xmlns:a16="http://schemas.microsoft.com/office/drawing/2014/main" id="{58A51AC8-EF15-3485-E522-079C1BFCAABE}"/>
              </a:ext>
            </a:extLst>
          </p:cNvPr>
          <p:cNvSpPr txBox="1"/>
          <p:nvPr/>
        </p:nvSpPr>
        <p:spPr>
          <a:xfrm>
            <a:off x="5918200" y="3975100"/>
            <a:ext cx="2654300" cy="276999"/>
          </a:xfrm>
          <a:prstGeom prst="rect">
            <a:avLst/>
          </a:prstGeom>
          <a:noFill/>
        </p:spPr>
        <p:txBody>
          <a:bodyPr vert="horz" wrap="square" lIns="0" tIns="0" rIns="0" bIns="0" rtlCol="0">
            <a:spAutoFit/>
          </a:bodyPr>
          <a:lstStyle/>
          <a:p>
            <a:r>
              <a:rPr lang="tr-TR">
                <a:solidFill>
                  <a:srgbClr val="292321"/>
                </a:solidFill>
                <a:latin typeface="Aptos" panose="020B0004020202020204" pitchFamily="34" charset="0"/>
              </a:rPr>
              <a:t>62.500 TL</a:t>
            </a:r>
          </a:p>
        </p:txBody>
      </p:sp>
      <p:sp>
        <p:nvSpPr>
          <p:cNvPr id="29" name="Dikdörtgen 28">
            <a:extLst>
              <a:ext uri="{FF2B5EF4-FFF2-40B4-BE49-F238E27FC236}">
                <a16:creationId xmlns:a16="http://schemas.microsoft.com/office/drawing/2014/main" id="{2F446865-F99A-D119-4C7B-FFE69DC14CD9}"/>
              </a:ext>
            </a:extLst>
          </p:cNvPr>
          <p:cNvSpPr/>
          <p:nvPr/>
        </p:nvSpPr>
        <p:spPr>
          <a:xfrm>
            <a:off x="8699500" y="3822700"/>
            <a:ext cx="2959100" cy="673100"/>
          </a:xfrm>
          <a:prstGeom prst="rect">
            <a:avLst/>
          </a:prstGeom>
          <a:solidFill>
            <a:srgbClr val="F2E4D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0" name="Metin kutusu 29">
            <a:extLst>
              <a:ext uri="{FF2B5EF4-FFF2-40B4-BE49-F238E27FC236}">
                <a16:creationId xmlns:a16="http://schemas.microsoft.com/office/drawing/2014/main" id="{05D758EB-45DA-7930-0B81-4A6F775D4646}"/>
              </a:ext>
            </a:extLst>
          </p:cNvPr>
          <p:cNvSpPr txBox="1"/>
          <p:nvPr/>
        </p:nvSpPr>
        <p:spPr>
          <a:xfrm>
            <a:off x="8877300" y="3975100"/>
            <a:ext cx="2654300" cy="276999"/>
          </a:xfrm>
          <a:prstGeom prst="rect">
            <a:avLst/>
          </a:prstGeom>
          <a:noFill/>
        </p:spPr>
        <p:txBody>
          <a:bodyPr vert="horz" wrap="square" lIns="0" tIns="0" rIns="0" bIns="0" rtlCol="0">
            <a:spAutoFit/>
          </a:bodyPr>
          <a:lstStyle/>
          <a:p>
            <a:r>
              <a:rPr lang="tr-TR">
                <a:solidFill>
                  <a:srgbClr val="292321"/>
                </a:solidFill>
                <a:latin typeface="Aptos" panose="020B0004020202020204" pitchFamily="34" charset="0"/>
              </a:rPr>
              <a:t>78.125 TL</a:t>
            </a:r>
          </a:p>
        </p:txBody>
      </p:sp>
      <p:sp>
        <p:nvSpPr>
          <p:cNvPr id="31" name="Dikdörtgen 30">
            <a:extLst>
              <a:ext uri="{FF2B5EF4-FFF2-40B4-BE49-F238E27FC236}">
                <a16:creationId xmlns:a16="http://schemas.microsoft.com/office/drawing/2014/main" id="{E10019E2-5A89-A003-966D-58B133B88526}"/>
              </a:ext>
            </a:extLst>
          </p:cNvPr>
          <p:cNvSpPr/>
          <p:nvPr/>
        </p:nvSpPr>
        <p:spPr>
          <a:xfrm>
            <a:off x="533400" y="4495800"/>
            <a:ext cx="2247900" cy="6731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2" name="Metin kutusu 31">
            <a:extLst>
              <a:ext uri="{FF2B5EF4-FFF2-40B4-BE49-F238E27FC236}">
                <a16:creationId xmlns:a16="http://schemas.microsoft.com/office/drawing/2014/main" id="{5CA2EB7C-E523-E548-E7BA-9CCF12EA3356}"/>
              </a:ext>
            </a:extLst>
          </p:cNvPr>
          <p:cNvSpPr txBox="1"/>
          <p:nvPr/>
        </p:nvSpPr>
        <p:spPr>
          <a:xfrm>
            <a:off x="711200" y="4648200"/>
            <a:ext cx="1943100" cy="276999"/>
          </a:xfrm>
          <a:prstGeom prst="rect">
            <a:avLst/>
          </a:prstGeom>
          <a:noFill/>
        </p:spPr>
        <p:txBody>
          <a:bodyPr vert="horz" wrap="square" lIns="0" tIns="0" rIns="0" bIns="0" rtlCol="0">
            <a:spAutoFit/>
          </a:bodyPr>
          <a:lstStyle/>
          <a:p>
            <a:r>
              <a:rPr lang="tr-TR">
                <a:solidFill>
                  <a:srgbClr val="292321"/>
                </a:solidFill>
                <a:latin typeface="Aptos" panose="020B0004020202020204" pitchFamily="34" charset="0"/>
              </a:rPr>
              <a:t>100</a:t>
            </a:r>
          </a:p>
        </p:txBody>
      </p:sp>
      <p:sp>
        <p:nvSpPr>
          <p:cNvPr id="33" name="Dikdörtgen 32">
            <a:extLst>
              <a:ext uri="{FF2B5EF4-FFF2-40B4-BE49-F238E27FC236}">
                <a16:creationId xmlns:a16="http://schemas.microsoft.com/office/drawing/2014/main" id="{8355D9A1-5707-D911-9C00-CAD9FA37D0F8}"/>
              </a:ext>
            </a:extLst>
          </p:cNvPr>
          <p:cNvSpPr/>
          <p:nvPr/>
        </p:nvSpPr>
        <p:spPr>
          <a:xfrm>
            <a:off x="2781300" y="4495800"/>
            <a:ext cx="2959100" cy="6731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4" name="Metin kutusu 33">
            <a:extLst>
              <a:ext uri="{FF2B5EF4-FFF2-40B4-BE49-F238E27FC236}">
                <a16:creationId xmlns:a16="http://schemas.microsoft.com/office/drawing/2014/main" id="{88052990-8148-2493-335B-C50E1DA0CC63}"/>
              </a:ext>
            </a:extLst>
          </p:cNvPr>
          <p:cNvSpPr txBox="1"/>
          <p:nvPr/>
        </p:nvSpPr>
        <p:spPr>
          <a:xfrm>
            <a:off x="2959100" y="4648200"/>
            <a:ext cx="2654300" cy="276999"/>
          </a:xfrm>
          <a:prstGeom prst="rect">
            <a:avLst/>
          </a:prstGeom>
          <a:noFill/>
        </p:spPr>
        <p:txBody>
          <a:bodyPr vert="horz" wrap="square" lIns="0" tIns="0" rIns="0" bIns="0" rtlCol="0">
            <a:spAutoFit/>
          </a:bodyPr>
          <a:lstStyle/>
          <a:p>
            <a:r>
              <a:rPr lang="tr-TR">
                <a:solidFill>
                  <a:srgbClr val="292321"/>
                </a:solidFill>
                <a:latin typeface="Aptos" panose="020B0004020202020204" pitchFamily="34" charset="0"/>
              </a:rPr>
              <a:t>93.750 TL</a:t>
            </a:r>
          </a:p>
        </p:txBody>
      </p:sp>
      <p:sp>
        <p:nvSpPr>
          <p:cNvPr id="35" name="Dikdörtgen 34">
            <a:extLst>
              <a:ext uri="{FF2B5EF4-FFF2-40B4-BE49-F238E27FC236}">
                <a16:creationId xmlns:a16="http://schemas.microsoft.com/office/drawing/2014/main" id="{54031DBC-6113-A377-C2ED-9394C5E169B4}"/>
              </a:ext>
            </a:extLst>
          </p:cNvPr>
          <p:cNvSpPr/>
          <p:nvPr/>
        </p:nvSpPr>
        <p:spPr>
          <a:xfrm>
            <a:off x="5740400" y="4495800"/>
            <a:ext cx="2959100" cy="6731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6" name="Metin kutusu 35">
            <a:extLst>
              <a:ext uri="{FF2B5EF4-FFF2-40B4-BE49-F238E27FC236}">
                <a16:creationId xmlns:a16="http://schemas.microsoft.com/office/drawing/2014/main" id="{54BF939D-38C3-885E-4A86-0C181C1C4995}"/>
              </a:ext>
            </a:extLst>
          </p:cNvPr>
          <p:cNvSpPr txBox="1"/>
          <p:nvPr/>
        </p:nvSpPr>
        <p:spPr>
          <a:xfrm>
            <a:off x="5918200" y="4648200"/>
            <a:ext cx="2654300" cy="276999"/>
          </a:xfrm>
          <a:prstGeom prst="rect">
            <a:avLst/>
          </a:prstGeom>
          <a:noFill/>
        </p:spPr>
        <p:txBody>
          <a:bodyPr vert="horz" wrap="square" lIns="0" tIns="0" rIns="0" bIns="0" rtlCol="0">
            <a:spAutoFit/>
          </a:bodyPr>
          <a:lstStyle/>
          <a:p>
            <a:r>
              <a:rPr lang="tr-TR">
                <a:solidFill>
                  <a:srgbClr val="292321"/>
                </a:solidFill>
                <a:latin typeface="Aptos" panose="020B0004020202020204" pitchFamily="34" charset="0"/>
              </a:rPr>
              <a:t>125.000 TL</a:t>
            </a:r>
          </a:p>
        </p:txBody>
      </p:sp>
      <p:sp>
        <p:nvSpPr>
          <p:cNvPr id="37" name="Dikdörtgen 36">
            <a:extLst>
              <a:ext uri="{FF2B5EF4-FFF2-40B4-BE49-F238E27FC236}">
                <a16:creationId xmlns:a16="http://schemas.microsoft.com/office/drawing/2014/main" id="{9FE2B7CC-36FC-D353-B8A2-F2BC6237FEB6}"/>
              </a:ext>
            </a:extLst>
          </p:cNvPr>
          <p:cNvSpPr/>
          <p:nvPr/>
        </p:nvSpPr>
        <p:spPr>
          <a:xfrm>
            <a:off x="8699500" y="4495800"/>
            <a:ext cx="2959100" cy="6731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8" name="Metin kutusu 37">
            <a:extLst>
              <a:ext uri="{FF2B5EF4-FFF2-40B4-BE49-F238E27FC236}">
                <a16:creationId xmlns:a16="http://schemas.microsoft.com/office/drawing/2014/main" id="{A163DF0E-513E-F523-CF3F-25295E52D5BD}"/>
              </a:ext>
            </a:extLst>
          </p:cNvPr>
          <p:cNvSpPr txBox="1"/>
          <p:nvPr/>
        </p:nvSpPr>
        <p:spPr>
          <a:xfrm>
            <a:off x="8877300" y="4648200"/>
            <a:ext cx="2654300" cy="276999"/>
          </a:xfrm>
          <a:prstGeom prst="rect">
            <a:avLst/>
          </a:prstGeom>
          <a:noFill/>
        </p:spPr>
        <p:txBody>
          <a:bodyPr vert="horz" wrap="square" lIns="0" tIns="0" rIns="0" bIns="0" rtlCol="0">
            <a:spAutoFit/>
          </a:bodyPr>
          <a:lstStyle/>
          <a:p>
            <a:r>
              <a:rPr lang="tr-TR">
                <a:solidFill>
                  <a:srgbClr val="292321"/>
                </a:solidFill>
                <a:latin typeface="Aptos" panose="020B0004020202020204" pitchFamily="34" charset="0"/>
              </a:rPr>
              <a:t>156.250 TL</a:t>
            </a:r>
          </a:p>
        </p:txBody>
      </p:sp>
      <p:sp>
        <p:nvSpPr>
          <p:cNvPr id="39" name="Metin kutusu 38">
            <a:extLst>
              <a:ext uri="{FF2B5EF4-FFF2-40B4-BE49-F238E27FC236}">
                <a16:creationId xmlns:a16="http://schemas.microsoft.com/office/drawing/2014/main" id="{16695816-B0B2-0FDE-7DDB-505D7D176B3D}"/>
              </a:ext>
            </a:extLst>
          </p:cNvPr>
          <p:cNvSpPr txBox="1"/>
          <p:nvPr/>
        </p:nvSpPr>
        <p:spPr>
          <a:xfrm>
            <a:off x="533400" y="5537200"/>
            <a:ext cx="11125200" cy="430887"/>
          </a:xfrm>
          <a:prstGeom prst="rect">
            <a:avLst/>
          </a:prstGeom>
          <a:noFill/>
        </p:spPr>
        <p:txBody>
          <a:bodyPr vert="horz" wrap="square" lIns="0" tIns="0" rIns="0" bIns="0" rtlCol="0">
            <a:spAutoFit/>
          </a:bodyPr>
          <a:lstStyle/>
          <a:p>
            <a:r>
              <a:rPr lang="tr-TR" sz="1400">
                <a:solidFill>
                  <a:srgbClr val="726760"/>
                </a:solidFill>
                <a:latin typeface="Aptos" panose="020B0004020202020204" pitchFamily="34" charset="0"/>
              </a:rPr>
              <a:t>Yalnızca hizmetin satıldığı organizasyonlar sayılır. Örneğin 100 etkinliğinizin 50'sinde hizmet satılırsa 50 satış satırı geçerlidir. Tutarlar işletmenin %30 payıdır ve kendi vergileri öncesidir.</a:t>
            </a:r>
          </a:p>
        </p:txBody>
      </p:sp>
    </p:spTree>
    <p:extLst>
      <p:ext uri="{BB962C8B-B14F-4D97-AF65-F5344CB8AC3E}">
        <p14:creationId xmlns:p14="http://schemas.microsoft.com/office/powerpoint/2010/main" val="37446079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BF7F0"/>
        </a:solidFill>
        <a:effectLst/>
      </p:bgPr>
    </p:bg>
    <p:spTree>
      <p:nvGrpSpPr>
        <p:cNvPr id="1" name=""/>
        <p:cNvGrpSpPr/>
        <p:nvPr/>
      </p:nvGrpSpPr>
      <p:grpSpPr>
        <a:xfrm>
          <a:off x="0" y="0"/>
          <a:ext cx="0" cy="0"/>
          <a:chOff x="0" y="0"/>
          <a:chExt cx="0" cy="0"/>
        </a:xfrm>
      </p:grpSpPr>
      <p:sp>
        <p:nvSpPr>
          <p:cNvPr id="2" name="Metin kutusu 1">
            <a:extLst>
              <a:ext uri="{FF2B5EF4-FFF2-40B4-BE49-F238E27FC236}">
                <a16:creationId xmlns:a16="http://schemas.microsoft.com/office/drawing/2014/main" id="{B5F3FD89-18AE-8517-2D61-1B23F28D2512}"/>
              </a:ext>
            </a:extLst>
          </p:cNvPr>
          <p:cNvSpPr txBox="1"/>
          <p:nvPr/>
        </p:nvSpPr>
        <p:spPr>
          <a:xfrm>
            <a:off x="533400" y="342900"/>
            <a:ext cx="11049000" cy="169277"/>
          </a:xfrm>
          <a:prstGeom prst="rect">
            <a:avLst/>
          </a:prstGeom>
          <a:noFill/>
        </p:spPr>
        <p:txBody>
          <a:bodyPr vert="horz" wrap="square" lIns="0" tIns="0" rIns="0" bIns="0" rtlCol="0">
            <a:spAutoFit/>
          </a:bodyPr>
          <a:lstStyle/>
          <a:p>
            <a:r>
              <a:rPr lang="tr-TR" sz="1100" b="1">
                <a:solidFill>
                  <a:srgbClr val="9B292E"/>
                </a:solidFill>
                <a:latin typeface="Aptos" panose="020B0004020202020204" pitchFamily="34" charset="0"/>
              </a:rPr>
              <a:t>BİRLİKTE BAŞLAYALIM</a:t>
            </a:r>
          </a:p>
        </p:txBody>
      </p:sp>
      <p:sp>
        <p:nvSpPr>
          <p:cNvPr id="3" name="Metin kutusu 2">
            <a:extLst>
              <a:ext uri="{FF2B5EF4-FFF2-40B4-BE49-F238E27FC236}">
                <a16:creationId xmlns:a16="http://schemas.microsoft.com/office/drawing/2014/main" id="{892C7EE8-5DA7-14E6-73FC-618C026465DF}"/>
              </a:ext>
            </a:extLst>
          </p:cNvPr>
          <p:cNvSpPr txBox="1"/>
          <p:nvPr/>
        </p:nvSpPr>
        <p:spPr>
          <a:xfrm>
            <a:off x="533400" y="825500"/>
            <a:ext cx="11176000" cy="477054"/>
          </a:xfrm>
          <a:prstGeom prst="rect">
            <a:avLst/>
          </a:prstGeom>
          <a:noFill/>
        </p:spPr>
        <p:txBody>
          <a:bodyPr vert="horz" wrap="square" lIns="0" tIns="0" rIns="0" bIns="0" rtlCol="0">
            <a:spAutoFit/>
          </a:bodyPr>
          <a:lstStyle/>
          <a:p>
            <a:r>
              <a:rPr lang="tr-TR" sz="3100" b="1">
                <a:solidFill>
                  <a:srgbClr val="292321"/>
                </a:solidFill>
                <a:latin typeface="Aptos" panose="020B0004020202020204" pitchFamily="34" charset="0"/>
              </a:rPr>
              <a:t>Bir sonraki organizasyonunuzda ANILAR.</a:t>
            </a:r>
          </a:p>
        </p:txBody>
      </p:sp>
      <p:sp>
        <p:nvSpPr>
          <p:cNvPr id="4" name="Metin kutusu 3">
            <a:extLst>
              <a:ext uri="{FF2B5EF4-FFF2-40B4-BE49-F238E27FC236}">
                <a16:creationId xmlns:a16="http://schemas.microsoft.com/office/drawing/2014/main" id="{80EC5585-DA40-0CC8-E6A6-5D05C4F6DAFA}"/>
              </a:ext>
            </a:extLst>
          </p:cNvPr>
          <p:cNvSpPr txBox="1"/>
          <p:nvPr/>
        </p:nvSpPr>
        <p:spPr>
          <a:xfrm>
            <a:off x="533400" y="1803400"/>
            <a:ext cx="11049000" cy="246221"/>
          </a:xfrm>
          <a:prstGeom prst="rect">
            <a:avLst/>
          </a:prstGeom>
          <a:noFill/>
        </p:spPr>
        <p:txBody>
          <a:bodyPr vert="horz" wrap="square" lIns="0" tIns="0" rIns="0" bIns="0" rtlCol="0">
            <a:spAutoFit/>
          </a:bodyPr>
          <a:lstStyle/>
          <a:p>
            <a:r>
              <a:rPr lang="tr-TR" sz="1600">
                <a:solidFill>
                  <a:srgbClr val="726760"/>
                </a:solidFill>
                <a:latin typeface="Aptos" panose="020B0004020202020204" pitchFamily="34" charset="0"/>
              </a:rPr>
              <a:t>Hilal &amp; Oğuzhan için hazırlanan baskıyı görüşmede birlikte inceleyelim.</a:t>
            </a:r>
          </a:p>
        </p:txBody>
      </p:sp>
      <p:sp>
        <p:nvSpPr>
          <p:cNvPr id="5" name="Dikdörtgen 4">
            <a:extLst>
              <a:ext uri="{FF2B5EF4-FFF2-40B4-BE49-F238E27FC236}">
                <a16:creationId xmlns:a16="http://schemas.microsoft.com/office/drawing/2014/main" id="{551598BB-3E77-FC22-7EA3-8118C611E774}"/>
              </a:ext>
            </a:extLst>
          </p:cNvPr>
          <p:cNvSpPr/>
          <p:nvPr/>
        </p:nvSpPr>
        <p:spPr>
          <a:xfrm>
            <a:off x="533400" y="6375400"/>
            <a:ext cx="11125200" cy="12700"/>
          </a:xfrm>
          <a:prstGeom prst="rect">
            <a:avLst/>
          </a:prstGeom>
          <a:solidFill>
            <a:srgbClr val="E5DAD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6" name="Metin kutusu 5">
            <a:extLst>
              <a:ext uri="{FF2B5EF4-FFF2-40B4-BE49-F238E27FC236}">
                <a16:creationId xmlns:a16="http://schemas.microsoft.com/office/drawing/2014/main" id="{5D1EF2CE-F6E2-FAD4-89BA-71829DFD3F04}"/>
              </a:ext>
            </a:extLst>
          </p:cNvPr>
          <p:cNvSpPr txBox="1"/>
          <p:nvPr/>
        </p:nvSpPr>
        <p:spPr>
          <a:xfrm>
            <a:off x="533400" y="6502400"/>
            <a:ext cx="5715000" cy="138499"/>
          </a:xfrm>
          <a:prstGeom prst="rect">
            <a:avLst/>
          </a:prstGeom>
          <a:noFill/>
        </p:spPr>
        <p:txBody>
          <a:bodyPr vert="horz" wrap="square" lIns="0" tIns="0" rIns="0" bIns="0" rtlCol="0">
            <a:spAutoFit/>
          </a:bodyPr>
          <a:lstStyle/>
          <a:p>
            <a:r>
              <a:rPr lang="tr-TR" sz="900">
                <a:solidFill>
                  <a:srgbClr val="726760"/>
                </a:solidFill>
                <a:latin typeface="Aptos" panose="020B0004020202020204" pitchFamily="34" charset="0"/>
              </a:rPr>
              <a:t>ANILAR  /  PARTNERLİK</a:t>
            </a:r>
          </a:p>
        </p:txBody>
      </p:sp>
      <p:sp>
        <p:nvSpPr>
          <p:cNvPr id="7" name="Metin kutusu 6">
            <a:extLst>
              <a:ext uri="{FF2B5EF4-FFF2-40B4-BE49-F238E27FC236}">
                <a16:creationId xmlns:a16="http://schemas.microsoft.com/office/drawing/2014/main" id="{009C36B0-26C6-0B59-E782-2DD39A0FC792}"/>
              </a:ext>
            </a:extLst>
          </p:cNvPr>
          <p:cNvSpPr txBox="1"/>
          <p:nvPr/>
        </p:nvSpPr>
        <p:spPr>
          <a:xfrm>
            <a:off x="11277600" y="6502400"/>
            <a:ext cx="381000" cy="138499"/>
          </a:xfrm>
          <a:prstGeom prst="rect">
            <a:avLst/>
          </a:prstGeom>
          <a:noFill/>
        </p:spPr>
        <p:txBody>
          <a:bodyPr vert="horz" wrap="square" lIns="0" tIns="0" rIns="0" bIns="0" rtlCol="0">
            <a:spAutoFit/>
          </a:bodyPr>
          <a:lstStyle/>
          <a:p>
            <a:r>
              <a:rPr lang="tr-TR" sz="900">
                <a:solidFill>
                  <a:srgbClr val="726760"/>
                </a:solidFill>
                <a:latin typeface="Aptos" panose="020B0004020202020204" pitchFamily="34" charset="0"/>
              </a:rPr>
              <a:t>18</a:t>
            </a:r>
          </a:p>
        </p:txBody>
      </p:sp>
      <p:sp>
        <p:nvSpPr>
          <p:cNvPr id="8" name="Metin kutusu 7">
            <a:extLst>
              <a:ext uri="{FF2B5EF4-FFF2-40B4-BE49-F238E27FC236}">
                <a16:creationId xmlns:a16="http://schemas.microsoft.com/office/drawing/2014/main" id="{5D42DD5A-E672-594A-0EFA-4BDB19CDB035}"/>
              </a:ext>
            </a:extLst>
          </p:cNvPr>
          <p:cNvSpPr txBox="1"/>
          <p:nvPr/>
        </p:nvSpPr>
        <p:spPr>
          <a:xfrm>
            <a:off x="533400" y="2717800"/>
            <a:ext cx="5969000" cy="1938992"/>
          </a:xfrm>
          <a:prstGeom prst="rect">
            <a:avLst/>
          </a:prstGeom>
          <a:noFill/>
        </p:spPr>
        <p:txBody>
          <a:bodyPr vert="horz" wrap="square" lIns="0" tIns="0" rIns="0" bIns="0" rtlCol="0">
            <a:spAutoFit/>
          </a:bodyPr>
          <a:lstStyle/>
          <a:p>
            <a:r>
              <a:rPr lang="tr-TR" sz="2100" b="1">
                <a:solidFill>
                  <a:srgbClr val="292321"/>
                </a:solidFill>
                <a:latin typeface="Aptos" panose="020B0004020202020204" pitchFamily="34" charset="0"/>
              </a:rPr>
              <a:t>01  Fiziksel QR baskısını inceleyelim.</a:t>
            </a:r>
          </a:p>
          <a:p>
            <a:endParaRPr lang="tr-TR" sz="2100" b="1">
              <a:solidFill>
                <a:srgbClr val="292321"/>
              </a:solidFill>
              <a:latin typeface="Aptos" panose="020B0004020202020204" pitchFamily="34" charset="0"/>
            </a:endParaRPr>
          </a:p>
          <a:p>
            <a:r>
              <a:rPr lang="tr-TR" sz="2100" b="1">
                <a:solidFill>
                  <a:srgbClr val="292321"/>
                </a:solidFill>
                <a:latin typeface="Aptos" panose="020B0004020202020204" pitchFamily="34" charset="0"/>
              </a:rPr>
              <a:t>02  Ürün demosunu birlikte görelim.</a:t>
            </a:r>
          </a:p>
          <a:p>
            <a:endParaRPr lang="tr-TR" sz="2100" b="1">
              <a:solidFill>
                <a:srgbClr val="292321"/>
              </a:solidFill>
              <a:latin typeface="Aptos" panose="020B0004020202020204" pitchFamily="34" charset="0"/>
            </a:endParaRPr>
          </a:p>
          <a:p>
            <a:r>
              <a:rPr lang="tr-TR" sz="2100" b="1">
                <a:solidFill>
                  <a:srgbClr val="292321"/>
                </a:solidFill>
                <a:latin typeface="Aptos" panose="020B0004020202020204" pitchFamily="34" charset="0"/>
              </a:rPr>
              <a:t>03  İlk organizasyonun fiyat ve kapsamını belirleyelim.</a:t>
            </a:r>
          </a:p>
        </p:txBody>
      </p:sp>
      <p:pic>
        <p:nvPicPr>
          <p:cNvPr id="10" name="Resim 9">
            <a:extLst>
              <a:ext uri="{FF2B5EF4-FFF2-40B4-BE49-F238E27FC236}">
                <a16:creationId xmlns:a16="http://schemas.microsoft.com/office/drawing/2014/main" id="{6C2BC084-153B-86F9-613B-B3AD7A3DAB28}"/>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6985000" y="2760436"/>
            <a:ext cx="4673600" cy="2670629"/>
          </a:xfrm>
          <a:prstGeom prst="rect">
            <a:avLst/>
          </a:prstGeom>
        </p:spPr>
      </p:pic>
      <p:sp>
        <p:nvSpPr>
          <p:cNvPr id="11" name="Metin kutusu 10">
            <a:extLst>
              <a:ext uri="{FF2B5EF4-FFF2-40B4-BE49-F238E27FC236}">
                <a16:creationId xmlns:a16="http://schemas.microsoft.com/office/drawing/2014/main" id="{A263035F-A764-E17B-5A3C-3F27CB3E8703}"/>
              </a:ext>
            </a:extLst>
          </p:cNvPr>
          <p:cNvSpPr txBox="1"/>
          <p:nvPr/>
        </p:nvSpPr>
        <p:spPr>
          <a:xfrm>
            <a:off x="533400" y="5842000"/>
            <a:ext cx="11125200" cy="200055"/>
          </a:xfrm>
          <a:prstGeom prst="rect">
            <a:avLst/>
          </a:prstGeom>
          <a:noFill/>
        </p:spPr>
        <p:txBody>
          <a:bodyPr vert="horz" wrap="square" lIns="0" tIns="0" rIns="0" bIns="0" rtlCol="0">
            <a:spAutoFit/>
          </a:bodyPr>
          <a:lstStyle/>
          <a:p>
            <a:r>
              <a:rPr lang="tr-TR" sz="1300">
                <a:solidFill>
                  <a:srgbClr val="726760"/>
                </a:solidFill>
                <a:latin typeface="Aptos" panose="020B0004020202020204" pitchFamily="34" charset="0"/>
              </a:rPr>
              <a:t>Anlaşma başlıkları: baskı adedi ve teslimat, tahsilat/faturalama, işletme payının ödeme zamanı, iptal ve iade.</a:t>
            </a:r>
          </a:p>
        </p:txBody>
      </p:sp>
    </p:spTree>
    <p:extLst>
      <p:ext uri="{BB962C8B-B14F-4D97-AF65-F5344CB8AC3E}">
        <p14:creationId xmlns:p14="http://schemas.microsoft.com/office/powerpoint/2010/main" val="3115374513"/>
      </p:ext>
    </p:extLst>
  </p:cSld>
  <p:clrMapOvr>
    <a:masterClrMapping/>
  </p:clrMapOvr>
</p:sld>
</file>

<file path=ppt/theme/theme1.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1204</Words>
  <Application>Microsoft Office PowerPoint</Application>
  <PresentationFormat>Geniş ekran</PresentationFormat>
  <Paragraphs>224</Paragraphs>
  <Slides>18</Slides>
  <Notes>3</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18</vt:i4>
      </vt:variant>
    </vt:vector>
  </HeadingPairs>
  <TitlesOfParts>
    <vt:vector size="23" baseType="lpstr">
      <vt:lpstr>Aptos</vt:lpstr>
      <vt:lpstr>Arial</vt:lpstr>
      <vt:lpstr>Calibri</vt:lpstr>
      <vt:lpstr>Calibri Light</vt:lpstr>
      <vt:lpstr>Office Teması</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onurturgut@posta.mu.edu.tr</dc:creator>
  <cp:lastModifiedBy>onurturgut@posta.mu.edu.tr</cp:lastModifiedBy>
  <cp:revision>3</cp:revision>
  <dcterms:created xsi:type="dcterms:W3CDTF">2026-09-23T22:32:31Z</dcterms:created>
  <dcterms:modified xsi:type="dcterms:W3CDTF">2026-09-24T12:01:05Z</dcterms:modified>
</cp:coreProperties>
</file>