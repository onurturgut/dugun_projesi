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465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ANILAR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91276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Organizasyonlarınıza anı, işletmenize ek gelir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491508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Partnerlik sunumu · Eylül 2026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Misafirlerin çektiği fotoğraf ve videoları organizasyona özel dijital albümde toplayın. Her satışta KDV hariç gelirin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%30'u işletmenize.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9693"/>
            <a:ext cx="6296860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Misafirlerin anıları tek albümde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233360" y="1054298"/>
            <a:ext cx="6296860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 organizasyon, farklı telefonlardan yüzlerce bakış açısı. ANILAR, misafirlerin fotoğraf ve videolarını organizasyona özel bir paylaşım sayfasında toplar.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459210"/>
            <a:ext cx="6296860" cy="1090116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60754" y="1586607"/>
            <a:ext cx="363231" cy="36324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0665" y="1686520"/>
            <a:ext cx="163409" cy="1634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0754" y="2027337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QR Kod Erişimi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360754" y="2263080"/>
            <a:ext cx="604207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kod ile paylaşım sayfasına erişim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626816"/>
            <a:ext cx="6296860" cy="1090116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60754" y="2754213"/>
            <a:ext cx="363231" cy="36324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0665" y="2854127"/>
            <a:ext cx="163409" cy="1634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0754" y="3194943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Kolay Yükleme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60754" y="3430687"/>
            <a:ext cx="604207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Uygulama indirmeden, üyelik açmadan yükleme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794423"/>
            <a:ext cx="6296860" cy="1090116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60754" y="3921820"/>
            <a:ext cx="363231" cy="36324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0665" y="4021733"/>
            <a:ext cx="163409" cy="1634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0754" y="4362549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Özel Albüm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360754" y="4598293"/>
            <a:ext cx="604207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Organizasyon sahibine özel albüm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4962029"/>
            <a:ext cx="6296860" cy="1090116"/>
          </a:xfrm>
          <a:prstGeom prst="roundRect">
            <a:avLst>
              <a:gd name="adj" fmla="val 46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60754" y="5089426"/>
            <a:ext cx="363231" cy="36324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0665" y="5189339"/>
            <a:ext cx="163409" cy="1634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0754" y="5530155"/>
            <a:ext cx="604207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-3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Gizlilik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360754" y="5765899"/>
            <a:ext cx="604207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Misafirler diğer kişilerin yüklediği içerikleri görüntülemez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233360" y="6139359"/>
            <a:ext cx="690644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Yetkili kullanıcılar için görüntüleme ve indirme imkânı sunulur.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59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10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Üç adımda kullanım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407517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31745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Teslim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1745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Paylaşım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317458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Hazırlık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61475" y="5383113"/>
            <a:ext cx="10868745" cy="953294"/>
          </a:xfrm>
          <a:prstGeom prst="roundRect">
            <a:avLst>
              <a:gd name="adj" fmla="val 7807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75" y="5622528"/>
            <a:ext cx="221451" cy="1772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7326" y="5593457"/>
            <a:ext cx="1011569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süreler: organizasyon tarihinden sonra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 gün yükleme</a:t>
            </a:r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organizasyon tarihinden itibaren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ay saklama.</a:t>
            </a:r>
            <a:pPr algn="l" indent="0" marL="0">
              <a:lnSpc>
                <a:spcPct val="129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Süre dolmadan arşiv indirilmelidir; süre sonunda içerikler kalıcı silinir.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98500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10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Siz sunun, hizmet giderlerini biz karşılayalım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33360" y="2286198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İşletmeniz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33360" y="2749550"/>
            <a:ext cx="2925094" cy="1854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Hizmeti müşteriye tanıtır ve satışa aracılık eder.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Organizasyon bilgilerini ve gerekli koordinasyonu sağlar.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Gerçekleşen satıştan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%30 pay kazanır.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11476" y="2286198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ANILAR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11476" y="2749550"/>
            <a:ext cx="2925094" cy="2143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QR baskısı ve hizmetin teknik giderlerini üstlenir.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Dijital albüm hizmetini ve teknik desteği sağlar.</a:t>
            </a:r>
            <a:endParaRPr lang="en-US" sz="1400" dirty="0"/>
          </a:p>
          <a:p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KDV hariç satış gelirinin 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%70'ini alır;</a:t>
            </a:r>
            <a:pPr algn="l" marL="284480" indent="-284480">
              <a:lnSpc>
                <a:spcPct val="131000"/>
              </a:lnSpc>
              <a:buSzPct val="100000"/>
              <a:buChar char="•"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hizmet maliyetlerini bu paydan karşılar.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33360" y="5154116"/>
            <a:ext cx="6296860" cy="1005284"/>
          </a:xfrm>
          <a:prstGeom prst="roundRect">
            <a:avLst>
              <a:gd name="adj" fmla="val 7650"/>
            </a:avLst>
          </a:prstGeom>
          <a:solidFill>
            <a:srgbClr val="DADB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414" y="5407422"/>
            <a:ext cx="228793" cy="1830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28261" y="5377160"/>
            <a:ext cx="551890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İşletme payından baskı ve altyapı gideri kesilmez. İşletmenin kendi vergileri kendisine aittir.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86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Üç satış fiyatı, aynı %30 işletme payı</a:t>
            </a:r>
            <a:endParaRPr lang="en-US" sz="3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147292"/>
          <a:ext cx="9143771" cy="914400"/>
        </p:xfrm>
        <a:graphic>
          <a:graphicData uri="http://schemas.openxmlformats.org/drawingml/2006/table">
            <a:tbl>
              <a:tblPr/>
              <a:tblGrid>
                <a:gridCol w="3695373"/>
                <a:gridCol w="3586686"/>
                <a:gridCol w="3586686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Müşteri fiyatı — KDV dahil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KDV hariç satış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İşletmenin %30 payı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3.125,00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937,50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4.166,67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1.250,00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5.208,33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1.562,50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559399"/>
            <a:ext cx="10868745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Hesapta %20 KDV varsayılmıştır. İşletme payı KDV hariç satış üzerinden hesaplanır ve işletmenin vergileri öncesidir.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üç tutar aynı hizmet kapsamı için fiyat alternatifidir; farklı özellik paketleri değildir. Nihai fiyat ve hizmet kapsamı anlaşmada belirlenir.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50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10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 satışta 62.500 TL işletme payı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35237"/>
            <a:ext cx="5211037" cy="3750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5533" y="1713012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5.000 TL müşteri fiyatı örneği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5533" y="2198588"/>
          <a:ext cx="9143771" cy="914400"/>
        </p:xfrm>
        <a:graphic>
          <a:graphicData uri="http://schemas.openxmlformats.org/drawingml/2006/table">
            <a:tbl>
              <a:tblPr/>
              <a:tblGrid>
                <a:gridCol w="2866070"/>
                <a:gridCol w="2344967"/>
              </a:tblGrid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Yıllık ücretli satış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Toplam pay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 organizasyon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25.000 TL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organizasyon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62.500 TL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 organizasyon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2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125.000 TL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325533" y="4485283"/>
            <a:ext cx="5820622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tamamlanan ücretli satışta: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1.250 TL işletme payı.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325533" y="4973241"/>
            <a:ext cx="5211037" cy="987623"/>
          </a:xfrm>
          <a:prstGeom prst="roundRect">
            <a:avLst>
              <a:gd name="adj" fmla="val 7787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587" y="5245596"/>
            <a:ext cx="228793" cy="1830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20434" y="5178623"/>
            <a:ext cx="443308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spc="-2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Rakamlar işletmenin kendi vergileri öncesidir. Örnek satış hacimleridir; satış veya kazanç garantisi değildir.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98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Yıllık kazanç seçenekleri</a:t>
            </a:r>
            <a:endParaRPr lang="en-US" sz="3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98502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Yıllık ücretli satış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3.750 TL müşteri fiyatı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 TL müşteri fiyatı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6.250 TL müşteri fiyatı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18.750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25.000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31.250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46.875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62.500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78.125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93.750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125.000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156.250 TL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4710609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Tablo işletmenin %30 payını, kendi vergileri öncesi gösterir. Yalnızca hizmetin satıldığı organizasyonlar sayılır.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Örnek: yılda 100 etkinliğinizin 50'sinde hizmet satılırsa 50 satış satırı geçerlidir.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4576"/>
            <a:ext cx="6296860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spc="-87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Bir organizasyonla başlayalım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61475" y="1209080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6838" y="1236762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08940" y="1259780"/>
            <a:ext cx="584939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08940" y="1559620"/>
            <a:ext cx="584939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Birlikte ürün demosunu inceleyelim.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1475" y="2000647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6838" y="2028329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08940" y="2051348"/>
            <a:ext cx="584939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Planlama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08940" y="2351187"/>
            <a:ext cx="584939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İlk organizasyon için fiyat ve hizmet kapsamını belirleyelim.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2792214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6838" y="2819896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08940" y="2842915"/>
            <a:ext cx="584939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Değerlendirme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08940" y="3142754"/>
            <a:ext cx="584939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Satışı, misafir katılımını ve hizmet deneyimini değerlendirelim.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61475" y="3583781"/>
            <a:ext cx="332176" cy="332184"/>
          </a:xfrm>
          <a:prstGeom prst="roundRect">
            <a:avLst>
              <a:gd name="adj" fmla="val 1867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6838" y="3611463"/>
            <a:ext cx="22145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08940" y="3634482"/>
            <a:ext cx="584939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Büyüme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08940" y="3934321"/>
            <a:ext cx="584939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Gerçekleşen satışlar üzerinden iş birliğini büyütelim.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61475" y="4317702"/>
            <a:ext cx="629686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Anlaşmada netleştirilecekler: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61475" y="4721423"/>
            <a:ext cx="6296860" cy="962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Baskı adedi ve teslimat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Tahsilat/faturalama düzeni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İşletme payının ödeme zamanı</a:t>
            </a:r>
            <a:endParaRPr lang="en-US" sz="1150" dirty="0"/>
          </a:p>
          <a:p>
            <a:pPr algn="l" marL="233680" indent="-233680">
              <a:lnSpc>
                <a:spcPct val="119000"/>
              </a:lnSpc>
              <a:buSzPct val="100000"/>
              <a:buChar char="•"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İptal/iade koşulları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2926" y="5943203"/>
            <a:ext cx="668499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spc="-2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ANILAR · Misafirlerin anıları bir arada, işletmenize her satışta </a:t>
            </a:r>
            <a:pPr algn="l" indent="0" marL="0">
              <a:lnSpc>
                <a:spcPct val="119000"/>
              </a:lnSpc>
              <a:buNone/>
            </a:pPr>
            <a:r>
              <a:rPr lang="en-US" sz="1150" b="1" spc="-2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%30 pay.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61475" y="5813425"/>
            <a:ext cx="19050" cy="469900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2026-09-23T22:15:45Z</dcterms:created>
  <dcterms:modified xsi:type="dcterms:W3CDTF">2026-09-23T22:15:45Z</dcterms:modified>
</cp:coreProperties>
</file>